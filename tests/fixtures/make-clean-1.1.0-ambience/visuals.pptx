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01" r:id="rId47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are" id="{c254490c-9763-5036-99d1-f7bc5d574597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Evolve" id="{d245394c-e324-5daf-92ed-0b613f110b9e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ompose" id="{6801387e-9506-5fc8-b013-536502b584ca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late" id="{86fc8167-5052-5522-b594-3962b39d6333}">
          <p14:sldIdLst>
            <p14:sldId id="274"/>
            <p14:sldId id="275"/>
            <p14:sldId id="276"/>
            <p14:sldId id="277"/>
            <p14:sldId id="278"/>
          </p14:sldIdLst>
        </p14:section>
        <p14:section name="KPI" id="{7ac8f4f9-130f-5562-9460-c455737bb6c9}">
          <p14:sldIdLst>
            <p14:sldId id="279"/>
            <p14:sldId id="280"/>
            <p14:sldId id="281"/>
            <p14:sldId id="282"/>
            <p14:sldId id="283"/>
          </p14:sldIdLst>
        </p14:section>
        <p14:section name="Matrix" id="{9524c955-01b6-57b9-a5ed-c881fa2b8ecf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Process" id="{b8d99f32-f272-5679-88dd-f58d1695a8a4}">
          <p14:sldIdLst>
            <p14:sldId id="290"/>
            <p14:sldId id="291"/>
            <p14:sldId id="292"/>
            <p14:sldId id="293"/>
            <p14:sldId id="294"/>
            <p14:sldId id="295"/>
            <p14:sldId id="296"/>
          </p14:sldIdLst>
        </p14:section>
        <p14:section name="Time" id="{5b1e0435-048c-57b2-b0f9-fb314d9959a4}">
          <p14:sldIdLst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Structure" id="{2895ddd2-b46e-5ead-8c47-ef16f25b32c6}">
          <p14:sldIdLst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</p14:sldIdLst>
        </p14:section>
        <p14:section name="Frameworks" id="{cbd404de-4375-580c-94e0-f9e4b25ec513}">
          <p14:sldIdLst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Signature" id="{7786e625-f9a5-5efd-8e01-1983caadb4c4}">
          <p14:sldIdLst>
            <p14:sldId id="318"/>
            <p14:sldId id="319"/>
            <p14:sldId id="320"/>
            <p14:sldId id="321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7" Type="http://schemas.openxmlformats.org/officeDocument/2006/relationships/slide" Target="slides/slide46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talogue label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 cap="all">
                <a:solidFill>
                  <a:schemeClr val="tx1">
                    <a:lumMod val="50000"/>
                    <a:lumOff val="40000"/>
                  </a:schemeClr>
                </a:solidFill>
                <a:latin typeface="+mn-lt"/>
                <a:ea typeface="+mn-ea"/>
                <a:cs typeface="+mn-cs"/>
              </a:rPr>
              <a:t>V-TIM-05  ·  Now, next, later</a:t>
            </a:r>
            <a:endParaRPr lang="en-US" sz="1000" dirty="0"/>
          </a:p>
        </p:txBody>
      </p:sp>
      <p:grpSp>
        <p:nvGrpSpPr>
          <p:cNvPr id="12" name="V-TIM-05"/>
          <p:cNvGrpSpPr/>
          <p:nvPr/>
        </p:nvGrpSpPr>
        <p:grpSpPr>
          <a:xfrm>
            <a:off x="548640" y="1097280"/>
            <a:ext cx="11094415" cy="4160520"/>
            <a:chOff x="548640" y="1097280"/>
            <a:chExt cx="11094415" cy="4160520"/>
          </a:xfrm>
        </p:grpSpPr>
        <p:sp>
          <p:nvSpPr>
            <p:cNvPr id="3" name="Column 1 heading"/>
            <p:cNvSpPr/>
            <p:nvPr/>
          </p:nvSpPr>
          <p:spPr>
            <a:xfrm>
              <a:off x="548640" y="1097280"/>
              <a:ext cx="3545738" cy="548640"/>
            </a:xfrm>
            <a:prstGeom prst="rect">
              <a:avLst/>
            </a:prstGeom>
            <a:solidFill>
              <a:schemeClr val="accent1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bg1"/>
                  </a:solidFill>
                  <a:latin typeface="+mj-lt"/>
                  <a:ea typeface="+mj-ea"/>
                  <a:cs typeface="+mj-cs"/>
                </a:rPr>
                <a:t>Now</a:t>
              </a:r>
              <a:endParaRPr lang="en-US" sz="1600" dirty="0"/>
            </a:p>
          </p:txBody>
        </p:sp>
        <p:sp>
          <p:nvSpPr>
            <p:cNvPr id="4" name="card#1 &gt; Column 1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548640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5" name="Column 1 items"/>
            <p:cNvSpPr/>
            <p:nvPr/>
          </p:nvSpPr>
          <p:spPr>
            <a:xfrm>
              <a:off x="731520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6" name="Column 2 heading"/>
            <p:cNvSpPr/>
            <p:nvPr/>
          </p:nvSpPr>
          <p:spPr>
            <a:xfrm>
              <a:off x="4322978" y="1097280"/>
              <a:ext cx="3545738" cy="548640"/>
            </a:xfrm>
            <a:prstGeom prst="rect">
              <a:avLst/>
            </a:prstGeom>
            <a:solidFill>
              <a:schemeClr val="accent3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Next</a:t>
              </a:r>
              <a:endParaRPr lang="en-US" sz="1600" dirty="0"/>
            </a:p>
          </p:txBody>
        </p:sp>
        <p:sp>
          <p:nvSpPr>
            <p:cNvPr id="7" name="card#2 &gt; Column 2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4322978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8" name="Column 2 items"/>
            <p:cNvSpPr/>
            <p:nvPr/>
          </p:nvSpPr>
          <p:spPr>
            <a:xfrm>
              <a:off x="4505858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  <p:sp>
          <p:nvSpPr>
            <p:cNvPr id="9" name="Column 3 heading"/>
            <p:cNvSpPr/>
            <p:nvPr/>
          </p:nvSpPr>
          <p:spPr>
            <a:xfrm>
              <a:off x="8097317" y="1097280"/>
              <a:ext cx="3545738" cy="548640"/>
            </a:xfrm>
            <a:prstGeom prst="rect">
              <a:avLst/>
            </a:prstGeom>
            <a:solidFill>
              <a:schemeClr val="accent6"/>
            </a:solidFill>
            <a:ln/>
          </p:spPr>
          <p:txBody>
            <a:bodyPr wrap="square" lIns="137160" tIns="137160" rIns="137160" bIns="137160" rtlCol="0" anchor="ctr"/>
            <a:lstStyle/>
            <a:p>
              <a:pPr algn="l" indent="0" marL="0">
                <a:lnSpc>
                  <a:spcPct val="110000"/>
                </a:lnSpc>
                <a:buNone/>
              </a:pPr>
              <a:r>
                <a:rPr lang="en-US" sz="1600" b="1" dirty="0">
                  <a:solidFill>
                    <a:schemeClr val="tx1"/>
                  </a:solidFill>
                  <a:latin typeface="+mj-lt"/>
                  <a:ea typeface="+mj-ea"/>
                  <a:cs typeface="+mj-cs"/>
                </a:rPr>
                <a:t>Later</a:t>
              </a:r>
              <a:endParaRPr lang="en-US" sz="1600" dirty="0"/>
            </a:p>
          </p:txBody>
        </p:sp>
        <p:sp>
          <p:nvSpPr>
            <p:cNvPr id="10" name="card#3 &gt; Column 3 items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8097317" y="1645920"/>
              <a:ext cx="3545738" cy="3611880"/>
            </a:xfrm>
            <a:prstGeom prst="rect">
              <a:avLst/>
            </a:prstGeom>
            <a:solidFill>
              <a:schemeClr val="bg2"/>
            </a:solidFill>
            <a:ln/>
          </p:spPr>
        </p:sp>
        <p:sp>
          <p:nvSpPr>
            <p:cNvPr id="11" name="Column 3 items"/>
            <p:cNvSpPr/>
            <p:nvPr/>
          </p:nvSpPr>
          <p:spPr>
            <a:xfrm>
              <a:off x="8280197" y="1828800"/>
              <a:ext cx="3179978" cy="3246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  <a:p>
              <a:pPr algn="l" marL="165100" indent="-165100">
                <a:lnSpc>
                  <a:spcPct val="110000"/>
                </a:lnSpc>
                <a:spcAft>
                  <a:spcPts val="400"/>
                </a:spcAft>
                <a:buSzPct val="100000"/>
                <a:buChar char="•"/>
              </a:pPr>
              <a:r>
                <a:rPr lang="en-US" sz="1200" dirty="0">
                  <a:solidFill>
                    <a:schemeClr val="tx2"/>
                  </a:solidFill>
                  <a:latin typeface="+mn-lt"/>
                  <a:ea typeface="+mn-ea"/>
                  <a:cs typeface="+mn-cs"/>
                </a:rPr>
                <a:t>Item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ake Clean Neutral">
  <a:themeElements>
    <a:clrScheme name="Make Clean Neutral">
      <a:dk1>
        <a:srgbClr val="111111"/>
      </a:dk1>
      <a:lt1>
        <a:srgbClr val="FFFFFF"/>
      </a:lt1>
      <a:dk2>
        <a:srgbClr val="404040"/>
      </a:dk2>
      <a:lt2>
        <a:srgbClr val="F2F2F2"/>
      </a:lt2>
      <a:accent1>
        <a:srgbClr val="1F1F1F"/>
      </a:accent1>
      <a:accent2>
        <a:srgbClr val="595959"/>
      </a:accent2>
      <a:accent3>
        <a:srgbClr val="8C8C8C"/>
      </a:accent3>
      <a:accent4>
        <a:srgbClr val="B3B3B3"/>
      </a:accent4>
      <a:accent5>
        <a:srgbClr val="D0D0D0"/>
      </a:accent5>
      <a:accent6>
        <a:srgbClr val="E6E6E6"/>
      </a:accent6>
      <a:hlink>
        <a:srgbClr val="404040"/>
      </a:hlink>
      <a:folHlink>
        <a:srgbClr val="8C8C8C"/>
      </a:folHlink>
    </a:clrScheme>
    <a:fontScheme name="Make Clean 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github.com/MaximeRumpler/Make_Clean_PPTX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Make Clean PPTX, visuals</dc:title>
  <dc:subject>PptxGenJS Presentation</dc:subject>
  <dc:creator>Make Clean PPTX</dc:creator>
  <cp:lastModifiedBy>Make Clean PPTX</cp:lastModifiedBy>
  <cp:revision>1</cp:revision>
  <dcterms:created xsi:type="dcterms:W3CDTF">2026-10-25T00:00:00Z</dcterms:created>
  <dcterms:modified xsi:type="dcterms:W3CDTF">2026-10-25T00:00:00Z</dcterms:modified>
</cp:coreProperties>
</file>