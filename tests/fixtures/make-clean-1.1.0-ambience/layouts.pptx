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24.xml" ContentType="application/vnd.openxmlformats-officedocument.presentationml.slide+xml"/>
  <Override PartName="/ppt/slides/slide37.xml" ContentType="application/vnd.openxmlformats-officedocument.presentationml.slide+xml"/>
  <Override PartName="/ppt/slides/slide4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3"/>
    <p:sldId id="264" r:id="rId10"/>
    <p:sldId id="267" r:id="rId13"/>
    <p:sldId id="269" r:id="rId15"/>
    <p:sldId id="279" r:id="rId25"/>
    <p:sldId id="292" r:id="rId38"/>
    <p:sldId id="296" r:id="rId42"/>
  </p:sldIdLst>
  <p:notesMasterIdLst>
    <p:notesMasterId r:id="rId5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31bbd05-d4b7-5f81-89fa-76b862edaec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Message" id="{654d0dda-953f-55a1-8c40-6f183976eb54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Content" id="{680341f9-ae89-5045-8310-774bd47b6189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Data and decision" id="{bdd555b3-da6a-5145-9008-528574a0363d}">
          <p14:sldIdLst>
            <p14:sldId id="296"/>
            <p14:sldId id="297"/>
            <p14:sldId id="298"/>
            <p14:sldId id="299"/>
            <p14:sldId id="300"/>
            <p14:sldId id="301"/>
          </p14:sldIdLst>
        </p14:section>
        <p14:section name="Closing and editorial" id="{c36b8ea4-3897-5e88-808f-1ffe6813424e}">
          <p14:sldIdLst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10" Type="http://schemas.openxmlformats.org/officeDocument/2006/relationships/slide" Target="slides/slide9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25" Type="http://schemas.openxmlformats.org/officeDocument/2006/relationships/slide" Target="slides/slide24.xml"/><Relationship Id="rId38" Type="http://schemas.openxmlformats.org/officeDocument/2006/relationships/slide" Target="slides/slide37.xml"/><Relationship Id="rId42" Type="http://schemas.openxmlformats.org/officeDocument/2006/relationships/slide" Target="slides/slide41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2103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Context or event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246888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Presentation title</a:t>
            </a:r>
            <a:endParaRPr lang="en-US" sz="4000" dirty="0"/>
          </a:p>
        </p:txBody>
      </p:sp>
      <p:sp>
        <p:nvSpPr>
          <p:cNvPr id="4" name="Subtitle"/>
          <p:cNvSpPr/>
          <p:nvPr/>
        </p:nvSpPr>
        <p:spPr>
          <a:xfrm>
            <a:off x="548640" y="43434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What this presentation is about, in one line</a:t>
            </a:r>
            <a:endParaRPr lang="en-US" sz="1600" dirty="0"/>
          </a:p>
        </p:txBody>
      </p:sp>
      <p:sp>
        <p:nvSpPr>
          <p:cNvPr id="5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760720"/>
            <a:ext cx="11094415" cy="91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6" name="Author"/>
          <p:cNvSpPr/>
          <p:nvPr/>
        </p:nvSpPr>
        <p:spPr>
          <a:xfrm>
            <a:off x="548640" y="5897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Author or team</a:t>
            </a:r>
            <a:endParaRPr lang="en-US" sz="1000" dirty="0"/>
          </a:p>
        </p:txBody>
      </p:sp>
      <p:sp>
        <p:nvSpPr>
          <p:cNvPr id="7" name="Date"/>
          <p:cNvSpPr/>
          <p:nvPr/>
        </p:nvSpPr>
        <p:spPr>
          <a:xfrm>
            <a:off x="4480560" y="5897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Date</a:t>
            </a:r>
            <a:endParaRPr lang="en-US" sz="1000" dirty="0"/>
          </a:p>
        </p:txBody>
      </p:sp>
      <p:sp>
        <p:nvSpPr>
          <p:cNvPr id="8" name="Logo"/>
          <p:cNvSpPr/>
          <p:nvPr/>
        </p:nvSpPr>
        <p:spPr>
          <a:xfrm>
            <a:off x="548640" y="457200"/>
            <a:ext cx="1463040" cy="457200"/>
          </a:xfrm>
          <a:prstGeom prst="rect">
            <a:avLst/>
          </a:prstGeom>
          <a:solidFill>
            <a:schemeClr val="accent6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/>
          <p:nvPr/>
        </p:nvSpPr>
        <p:spPr>
          <a:xfrm>
            <a:off x="548640" y="12801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600" b="1" dirty="0">
                <a:solidFill>
                  <a:schemeClr val="accent3"/>
                </a:solidFill>
                <a:latin typeface="+mj-lt"/>
                <a:ea typeface="+mj-ea"/>
                <a:cs typeface="+mj-cs"/>
              </a:rPr>
              <a:t>01</a:t>
            </a:r>
            <a:endParaRPr lang="en-US" sz="9600" dirty="0"/>
          </a:p>
        </p:txBody>
      </p:sp>
      <p:sp>
        <p:nvSpPr>
          <p:cNvPr id="3" name="Title"/>
          <p:cNvSpPr/>
          <p:nvPr/>
        </p:nvSpPr>
        <p:spPr>
          <a:xfrm>
            <a:off x="548640" y="301752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Chapter title</a:t>
            </a:r>
            <a:endParaRPr lang="en-US" sz="4000" dirty="0"/>
          </a:p>
        </p:txBody>
      </p:sp>
      <p:sp>
        <p:nvSpPr>
          <p:cNvPr id="4" name="Subtitle"/>
          <p:cNvSpPr/>
          <p:nvPr/>
        </p:nvSpPr>
        <p:spPr>
          <a:xfrm>
            <a:off x="548640" y="4297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What this chapter covers</a:t>
            </a:r>
            <a:endParaRPr lang="en-US" sz="1600" dirty="0"/>
          </a:p>
        </p:txBody>
      </p:sp>
      <p:sp>
        <p:nvSpPr>
          <p:cNvPr id="5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011680"/>
            <a:ext cx="1097280" cy="91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3" name="Message"/>
          <p:cNvSpPr/>
          <p:nvPr/>
        </p:nvSpPr>
        <p:spPr>
          <a:xfrm>
            <a:off x="548640" y="22860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one sentence the audience must remember</a:t>
            </a:r>
            <a:endParaRPr lang="en-US" sz="3800" dirty="0"/>
          </a:p>
        </p:txBody>
      </p:sp>
      <p:sp>
        <p:nvSpPr>
          <p:cNvPr id="4" name="Source"/>
          <p:cNvSpPr/>
          <p:nvPr/>
        </p:nvSpPr>
        <p:spPr>
          <a:xfrm>
            <a:off x="548640" y="4937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supporting detail</a:t>
            </a:r>
            <a:endParaRPr lang="en-US" sz="1000" dirty="0"/>
          </a:p>
        </p:txBody>
      </p:sp>
      <p:sp>
        <p:nvSpPr>
          <p:cNvPr id="5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737360"/>
            <a:ext cx="73152" cy="310896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Quote"/>
          <p:cNvSpPr/>
          <p:nvPr/>
        </p:nvSpPr>
        <p:spPr>
          <a:xfrm>
            <a:off x="1005840" y="1737360"/>
            <a:ext cx="9601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i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Quotation, word for word</a:t>
            </a:r>
            <a:endParaRPr lang="en-US" sz="3200" dirty="0"/>
          </a:p>
        </p:txBody>
      </p:sp>
      <p:sp>
        <p:nvSpPr>
          <p:cNvPr id="4" name="Attribution"/>
          <p:cNvSpPr/>
          <p:nvPr/>
        </p:nvSpPr>
        <p:spPr>
          <a:xfrm>
            <a:off x="100584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2"/>
                </a:solidFill>
                <a:latin typeface="+mn-lt"/>
                <a:ea typeface="+mn-ea"/>
                <a:cs typeface="+mn-cs"/>
              </a:rPr>
              <a:t>Name, role, organisation</a:t>
            </a:r>
            <a:endParaRPr lang="en-US" sz="1000" dirty="0"/>
          </a:p>
        </p:txBody>
      </p:sp>
      <p:sp>
        <p:nvSpPr>
          <p:cNvPr id="5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title states the takeaway</a:t>
            </a:r>
            <a:endParaRPr lang="en-US" sz="2600" dirty="0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5" name="Body"/>
          <p:cNvSpPr/>
          <p:nvPr/>
        </p:nvSpPr>
        <p:spPr>
          <a:xfrm>
            <a:off x="548640" y="2103120"/>
            <a:ext cx="6492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Supporting point</a:t>
            </a:r>
            <a:endParaRPr lang="en-US" sz="1600" dirty="0"/>
          </a:p>
          <a:p>
            <a:pPr algn="l" marL="228600" indent="-2286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Supporting point</a:t>
            </a:r>
            <a:endParaRPr lang="en-US" sz="1600" dirty="0"/>
          </a:p>
          <a:p>
            <a:pPr algn="l" marL="228600" indent="-2286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Supporting point</a:t>
            </a:r>
            <a:endParaRPr lang="en-US" sz="1600" dirty="0"/>
          </a:p>
        </p:txBody>
      </p:sp>
      <p:sp>
        <p:nvSpPr>
          <p:cNvPr id="6" name="callout#1 &gt; Takeawa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80960" y="2103120"/>
            <a:ext cx="3962095" cy="35661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Takeaway label"/>
          <p:cNvSpPr/>
          <p:nvPr/>
        </p:nvSpPr>
        <p:spPr>
          <a:xfrm>
            <a:off x="8001000" y="2377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Takeaway</a:t>
            </a:r>
            <a:endParaRPr lang="en-US" sz="1000" dirty="0"/>
          </a:p>
        </p:txBody>
      </p:sp>
      <p:sp>
        <p:nvSpPr>
          <p:cNvPr id="8" name="Takeaway"/>
          <p:cNvSpPr/>
          <p:nvPr/>
        </p:nvSpPr>
        <p:spPr>
          <a:xfrm>
            <a:off x="8001000" y="2788920"/>
            <a:ext cx="3337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The conclusion in one or two sentences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title states the takeaway</a:t>
            </a:r>
            <a:endParaRPr lang="en-US" sz="2600" dirty="0"/>
          </a:p>
        </p:txBody>
      </p:sp>
      <p:sp>
        <p:nvSpPr>
          <p:cNvPr id="4" name="Subtitle"/>
          <p:cNvSpPr/>
          <p:nvPr/>
        </p:nvSpPr>
        <p:spPr>
          <a:xfrm>
            <a:off x="548640" y="1572768"/>
            <a:ext cx="83208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One line that frames the slide</a:t>
            </a:r>
            <a:endParaRPr lang="en-US" sz="1600" dirty="0"/>
          </a:p>
        </p:txBody>
      </p:sp>
      <p:sp>
        <p:nvSpPr>
          <p:cNvPr id="5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6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377440"/>
            <a:ext cx="3515258" cy="91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7" name="KPI 1 value"/>
          <p:cNvSpPr/>
          <p:nvPr/>
        </p:nvSpPr>
        <p:spPr>
          <a:xfrm>
            <a:off x="548640" y="2560320"/>
            <a:ext cx="35152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00</a:t>
            </a:r>
            <a:endParaRPr lang="en-US" sz="6000" dirty="0"/>
          </a:p>
        </p:txBody>
      </p:sp>
      <p:sp>
        <p:nvSpPr>
          <p:cNvPr id="8" name="KPI 1 label"/>
          <p:cNvSpPr/>
          <p:nvPr/>
        </p:nvSpPr>
        <p:spPr>
          <a:xfrm>
            <a:off x="548640" y="3703320"/>
            <a:ext cx="3515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is measured</a:t>
            </a:r>
            <a:endParaRPr lang="en-US" sz="1400" dirty="0"/>
          </a:p>
        </p:txBody>
      </p:sp>
      <p:sp>
        <p:nvSpPr>
          <p:cNvPr id="9" name="KPI 1 detail"/>
          <p:cNvSpPr/>
          <p:nvPr/>
        </p:nvSpPr>
        <p:spPr>
          <a:xfrm>
            <a:off x="548640" y="4114800"/>
            <a:ext cx="3515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Context, period or comparison</a:t>
            </a:r>
            <a:endParaRPr lang="en-US" sz="1200" dirty="0"/>
          </a:p>
        </p:txBody>
      </p:sp>
      <p:sp>
        <p:nvSpPr>
          <p:cNvPr id="10" name="decoration#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38218" y="2377440"/>
            <a:ext cx="3515258" cy="91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11" name="KPI 2 value"/>
          <p:cNvSpPr/>
          <p:nvPr/>
        </p:nvSpPr>
        <p:spPr>
          <a:xfrm>
            <a:off x="4338218" y="2560320"/>
            <a:ext cx="35152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00</a:t>
            </a:r>
            <a:endParaRPr lang="en-US" sz="6000" dirty="0"/>
          </a:p>
        </p:txBody>
      </p:sp>
      <p:sp>
        <p:nvSpPr>
          <p:cNvPr id="12" name="KPI 2 label"/>
          <p:cNvSpPr/>
          <p:nvPr/>
        </p:nvSpPr>
        <p:spPr>
          <a:xfrm>
            <a:off x="4338218" y="3703320"/>
            <a:ext cx="3515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is measured</a:t>
            </a:r>
            <a:endParaRPr lang="en-US" sz="1400" dirty="0"/>
          </a:p>
        </p:txBody>
      </p:sp>
      <p:sp>
        <p:nvSpPr>
          <p:cNvPr id="13" name="KPI 2 detail"/>
          <p:cNvSpPr/>
          <p:nvPr/>
        </p:nvSpPr>
        <p:spPr>
          <a:xfrm>
            <a:off x="4338218" y="4114800"/>
            <a:ext cx="3515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Context, period or comparison</a:t>
            </a:r>
            <a:endParaRPr lang="en-US" sz="1200" dirty="0"/>
          </a:p>
        </p:txBody>
      </p:sp>
      <p:sp>
        <p:nvSpPr>
          <p:cNvPr id="14" name="decoration#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7797" y="2377440"/>
            <a:ext cx="3515258" cy="91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15" name="KPI 3 value"/>
          <p:cNvSpPr/>
          <p:nvPr/>
        </p:nvSpPr>
        <p:spPr>
          <a:xfrm>
            <a:off x="8127797" y="2560320"/>
            <a:ext cx="35152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00</a:t>
            </a:r>
            <a:endParaRPr lang="en-US" sz="6000" dirty="0"/>
          </a:p>
        </p:txBody>
      </p:sp>
      <p:sp>
        <p:nvSpPr>
          <p:cNvPr id="16" name="KPI 3 label"/>
          <p:cNvSpPr/>
          <p:nvPr/>
        </p:nvSpPr>
        <p:spPr>
          <a:xfrm>
            <a:off x="8127797" y="3703320"/>
            <a:ext cx="3515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is measured</a:t>
            </a:r>
            <a:endParaRPr lang="en-US" sz="1400" dirty="0"/>
          </a:p>
        </p:txBody>
      </p:sp>
      <p:sp>
        <p:nvSpPr>
          <p:cNvPr id="17" name="KPI 3 detail"/>
          <p:cNvSpPr/>
          <p:nvPr/>
        </p:nvSpPr>
        <p:spPr>
          <a:xfrm>
            <a:off x="8127797" y="4114800"/>
            <a:ext cx="3515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Context, period or comparison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title states the takeaway</a:t>
            </a:r>
            <a:endParaRPr lang="en-US" sz="2600" dirty="0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graphicFrame>
        <p:nvGraphicFramePr>
          <p:cNvPr id="4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76809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137160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Header 1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Header 2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Header 3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Header 4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Header 5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Row 1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Row 2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Row 3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Row 4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Row 5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Row 6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akeaway label"/>
          <p:cNvSpPr/>
          <p:nvPr/>
        </p:nvSpPr>
        <p:spPr>
          <a:xfrm>
            <a:off x="8686800" y="201168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Takeaway</a:t>
            </a:r>
            <a:endParaRPr lang="en-US" sz="1000" dirty="0"/>
          </a:p>
        </p:txBody>
      </p:sp>
      <p:sp>
        <p:nvSpPr>
          <p:cNvPr id="7" name="Takeaway"/>
          <p:cNvSpPr/>
          <p:nvPr/>
        </p:nvSpPr>
        <p:spPr>
          <a:xfrm>
            <a:off x="8686800" y="2377440"/>
            <a:ext cx="29535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the table shows, in two or three lines</a:t>
            </a:r>
            <a:endParaRPr lang="en-US" sz="1600" dirty="0"/>
          </a:p>
        </p:txBody>
      </p:sp>
      <p:sp>
        <p:nvSpPr>
          <p:cNvPr id="8" name="Note"/>
          <p:cNvSpPr/>
          <p:nvPr/>
        </p:nvSpPr>
        <p:spPr>
          <a:xfrm>
            <a:off x="8686800" y="484632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and scope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ke Clean Neutral">
  <a:themeElements>
    <a:clrScheme name="Make Clean Neutral">
      <a:dk1>
        <a:srgbClr val="111111"/>
      </a:dk1>
      <a:lt1>
        <a:srgbClr val="FFFFFF"/>
      </a:lt1>
      <a:dk2>
        <a:srgbClr val="404040"/>
      </a:dk2>
      <a:lt2>
        <a:srgbClr val="F2F2F2"/>
      </a:lt2>
      <a:accent1>
        <a:srgbClr val="1F1F1F"/>
      </a:accent1>
      <a:accent2>
        <a:srgbClr val="595959"/>
      </a:accent2>
      <a:accent3>
        <a:srgbClr val="8C8C8C"/>
      </a:accent3>
      <a:accent4>
        <a:srgbClr val="B3B3B3"/>
      </a:accent4>
      <a:accent5>
        <a:srgbClr val="D0D0D0"/>
      </a:accent5>
      <a:accent6>
        <a:srgbClr val="E6E6E6"/>
      </a:accent6>
      <a:hlink>
        <a:srgbClr val="404040"/>
      </a:hlink>
      <a:folHlink>
        <a:srgbClr val="8C8C8C"/>
      </a:folHlink>
    </a:clrScheme>
    <a:fontScheme name="Make Clean Neutr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github.com/MaximeRumpler/Make_Clean_PPTX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Make Clean PPTX, layouts</dc:title>
  <dc:subject>PptxGenJS Presentation</dc:subject>
  <dc:creator>Make Clean PPTX</dc:creator>
  <cp:lastModifiedBy>Make Clean PPTX</cp:lastModifiedBy>
  <cp:revision>1</cp:revision>
  <dcterms:created xsi:type="dcterms:W3CDTF">2026-10-25T00:00:00Z</dcterms:created>
  <dcterms:modified xsi:type="dcterms:W3CDTF">2026-10-25T00:00:00Z</dcterms:modified>
</cp:coreProperties>
</file>