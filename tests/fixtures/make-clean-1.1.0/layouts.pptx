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38.xml" ContentType="application/vnd.openxmlformats-officedocument.presentationml.slide+xml"/>
  <Override PartName="/ppt/slides/slide41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6"/>
    <p:sldId id="279" r:id="rId25"/>
    <p:sldId id="293" r:id="rId39"/>
    <p:sldId id="296" r:id="rId42"/>
    <p:sldId id="302" r:id="rId48"/>
    <p:sldId id="305" r:id="rId51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1bbd05-d4b7-5f81-89fa-76b862edaec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essage" id="{654d0dda-953f-55a1-8c40-6f183976eb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ontent" id="{680341f9-ae89-5045-8310-774bd47b6189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Data and decision" id="{bdd555b3-da6a-5145-9008-528574a0363d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losing and editorial" id="{c36b8ea4-3897-5e88-808f-1ffe6813424e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25" Type="http://schemas.openxmlformats.org/officeDocument/2006/relationships/slide" Target="slides/slide24.xml"/><Relationship Id="rId39" Type="http://schemas.openxmlformats.org/officeDocument/2006/relationships/slide" Target="slides/slide38.xml"/><Relationship Id="rId42" Type="http://schemas.openxmlformats.org/officeDocument/2006/relationships/slide" Target="slides/slide41.xml"/><Relationship Id="rId48" Type="http://schemas.openxmlformats.org/officeDocument/2006/relationships/slide" Target="slides/slide47.xml"/><Relationship Id="rId51" Type="http://schemas.openxmlformats.org/officeDocument/2006/relationships/slide" Target="slides/slide50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24688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54864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Author"/>
          <p:cNvSpPr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8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#1 &gt; Tit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731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4" name="Date"/>
          <p:cNvSpPr/>
          <p:nvPr/>
        </p:nvSpPr>
        <p:spPr>
          <a:xfrm>
            <a:off x="54864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4480560" y="228600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6" name="Subtitle"/>
          <p:cNvSpPr/>
          <p:nvPr/>
        </p:nvSpPr>
        <p:spPr>
          <a:xfrm>
            <a:off x="4480560" y="4160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7" name="Author"/>
          <p:cNvSpPr/>
          <p:nvPr/>
        </p:nvSpPr>
        <p:spPr>
          <a:xfrm>
            <a:off x="44805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8" name="Logo"/>
          <p:cNvSpPr/>
          <p:nvPr/>
        </p:nvSpPr>
        <p:spPr>
          <a:xfrm>
            <a:off x="10180015" y="457200"/>
            <a:ext cx="1463040" cy="457200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Body"/>
          <p:cNvSpPr/>
          <p:nvPr/>
        </p:nvSpPr>
        <p:spPr>
          <a:xfrm>
            <a:off x="54864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</p:txBody>
      </p:sp>
      <p:sp>
        <p:nvSpPr>
          <p:cNvPr id="6" name="callout#1 &gt; 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2103120"/>
            <a:ext cx="3962095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akeaway label"/>
          <p:cNvSpPr/>
          <p:nvPr/>
        </p:nvSpPr>
        <p:spPr>
          <a:xfrm>
            <a:off x="80010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8" name="Takeaway"/>
          <p:cNvSpPr/>
          <p:nvPr/>
        </p:nvSpPr>
        <p:spPr>
          <a:xfrm>
            <a:off x="8001000" y="278892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conclusion in one or two sentences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keyfigure#1 &gt; KPI 1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KPI 1 value"/>
          <p:cNvSpPr/>
          <p:nvPr/>
        </p:nvSpPr>
        <p:spPr>
          <a:xfrm>
            <a:off x="822960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8" name="KPI 1 label"/>
          <p:cNvSpPr/>
          <p:nvPr/>
        </p:nvSpPr>
        <p:spPr>
          <a:xfrm>
            <a:off x="822960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9" name="KPI 1 detail"/>
          <p:cNvSpPr/>
          <p:nvPr/>
        </p:nvSpPr>
        <p:spPr>
          <a:xfrm>
            <a:off x="822960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0" name="keyfigure#2 &gt; KPI 2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9394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KPI 2 value"/>
          <p:cNvSpPr/>
          <p:nvPr/>
        </p:nvSpPr>
        <p:spPr>
          <a:xfrm>
            <a:off x="3653714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12" name="KPI 2 label"/>
          <p:cNvSpPr/>
          <p:nvPr/>
        </p:nvSpPr>
        <p:spPr>
          <a:xfrm>
            <a:off x="3653714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3" name="KPI 2 detail"/>
          <p:cNvSpPr/>
          <p:nvPr/>
        </p:nvSpPr>
        <p:spPr>
          <a:xfrm>
            <a:off x="3653714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4" name="keyfigure#3 &gt; KPI 3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148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KPI 3 value"/>
          <p:cNvSpPr/>
          <p:nvPr/>
        </p:nvSpPr>
        <p:spPr>
          <a:xfrm>
            <a:off x="6484468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16" name="KPI 3 label"/>
          <p:cNvSpPr/>
          <p:nvPr/>
        </p:nvSpPr>
        <p:spPr>
          <a:xfrm>
            <a:off x="6484468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7" name="KPI 3 detail"/>
          <p:cNvSpPr/>
          <p:nvPr/>
        </p:nvSpPr>
        <p:spPr>
          <a:xfrm>
            <a:off x="6484468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8" name="keyfigure#4 &gt; KPI 4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0901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KPI 4 value"/>
          <p:cNvSpPr/>
          <p:nvPr/>
        </p:nvSpPr>
        <p:spPr>
          <a:xfrm>
            <a:off x="9315221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20" name="KPI 4 label"/>
          <p:cNvSpPr/>
          <p:nvPr/>
        </p:nvSpPr>
        <p:spPr>
          <a:xfrm>
            <a:off x="9315221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21" name="KPI 4 detail"/>
          <p:cNvSpPr/>
          <p:nvPr/>
        </p:nvSpPr>
        <p:spPr>
          <a:xfrm>
            <a:off x="9315221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6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keaway label"/>
          <p:cNvSpPr/>
          <p:nvPr/>
        </p:nvSpPr>
        <p:spPr>
          <a:xfrm>
            <a:off x="8686800" y="20116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7" name="Takeaway"/>
          <p:cNvSpPr/>
          <p:nvPr/>
        </p:nvSpPr>
        <p:spPr>
          <a:xfrm>
            <a:off x="8686800" y="2377440"/>
            <a:ext cx="2953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the table shows, in two or three lines</a:t>
            </a:r>
            <a:endParaRPr lang="en-US" sz="1600" dirty="0"/>
          </a:p>
        </p:txBody>
      </p:sp>
      <p:sp>
        <p:nvSpPr>
          <p:cNvPr id="8" name="Note"/>
          <p:cNvSpPr/>
          <p:nvPr/>
        </p:nvSpPr>
        <p:spPr>
          <a:xfrm>
            <a:off x="8686800" y="484632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and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summary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6766560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48640" y="21762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endParaRPr lang="en-US" sz="2200" dirty="0"/>
          </a:p>
        </p:txBody>
      </p:sp>
      <p:sp>
        <p:nvSpPr>
          <p:cNvPr id="7" name="Point 1"/>
          <p:cNvSpPr/>
          <p:nvPr/>
        </p:nvSpPr>
        <p:spPr>
          <a:xfrm>
            <a:off x="1188720" y="21945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8" name="Point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endParaRPr lang="en-US" sz="2200" dirty="0"/>
          </a:p>
        </p:txBody>
      </p:sp>
      <p:sp>
        <p:nvSpPr>
          <p:cNvPr id="10" name="Point 2"/>
          <p:cNvSpPr/>
          <p:nvPr/>
        </p:nvSpPr>
        <p:spPr>
          <a:xfrm>
            <a:off x="1188720" y="321868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1" name="Point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59936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Number 3"/>
          <p:cNvSpPr/>
          <p:nvPr/>
        </p:nvSpPr>
        <p:spPr>
          <a:xfrm>
            <a:off x="54864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endParaRPr lang="en-US" sz="2200" dirty="0"/>
          </a:p>
        </p:txBody>
      </p:sp>
      <p:sp>
        <p:nvSpPr>
          <p:cNvPr id="13" name="Point 3"/>
          <p:cNvSpPr/>
          <p:nvPr/>
        </p:nvSpPr>
        <p:spPr>
          <a:xfrm>
            <a:off x="1188720" y="424281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4" name="Point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084064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5" name="Number 4"/>
          <p:cNvSpPr/>
          <p:nvPr/>
        </p:nvSpPr>
        <p:spPr>
          <a:xfrm>
            <a:off x="548640" y="52486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4</a:t>
            </a:r>
            <a:endParaRPr lang="en-US" sz="2200" dirty="0"/>
          </a:p>
        </p:txBody>
      </p:sp>
      <p:sp>
        <p:nvSpPr>
          <p:cNvPr id="16" name="Point 4"/>
          <p:cNvSpPr/>
          <p:nvPr/>
        </p:nvSpPr>
        <p:spPr>
          <a:xfrm>
            <a:off x="1188720" y="526694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7" name="callout#1 &gt; Deci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2011680"/>
            <a:ext cx="3779215" cy="4069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Decision label"/>
          <p:cNvSpPr/>
          <p:nvPr/>
        </p:nvSpPr>
        <p:spPr>
          <a:xfrm>
            <a:off x="81838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Decision requested</a:t>
            </a:r>
            <a:endParaRPr lang="en-US" sz="1000" dirty="0"/>
          </a:p>
        </p:txBody>
      </p:sp>
      <p:sp>
        <p:nvSpPr>
          <p:cNvPr id="19" name="Decision"/>
          <p:cNvSpPr/>
          <p:nvPr/>
        </p:nvSpPr>
        <p:spPr>
          <a:xfrm>
            <a:off x="8183880" y="26974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we ask the audience to decide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keyfigure#1 &gt; Main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0240"/>
            <a:ext cx="4572000" cy="4251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ain value"/>
          <p:cNvSpPr/>
          <p:nvPr/>
        </p:nvSpPr>
        <p:spPr>
          <a:xfrm>
            <a:off x="868680" y="2194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00</a:t>
            </a:r>
            <a:endParaRPr lang="en-US" sz="7200" dirty="0"/>
          </a:p>
        </p:txBody>
      </p:sp>
      <p:sp>
        <p:nvSpPr>
          <p:cNvPr id="7" name="Main label"/>
          <p:cNvSpPr/>
          <p:nvPr/>
        </p:nvSpPr>
        <p:spPr>
          <a:xfrm>
            <a:off x="868680" y="3657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Main message of the grid</a:t>
            </a:r>
            <a:endParaRPr lang="en-US" sz="2000" dirty="0"/>
          </a:p>
        </p:txBody>
      </p:sp>
      <p:sp>
        <p:nvSpPr>
          <p:cNvPr id="8" name="Main detail"/>
          <p:cNvSpPr/>
          <p:nvPr/>
        </p:nvSpPr>
        <p:spPr>
          <a:xfrm>
            <a:off x="868680" y="4846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Short detail</a:t>
            </a:r>
            <a:endParaRPr lang="en-US" sz="1200" dirty="0"/>
          </a:p>
        </p:txBody>
      </p:sp>
      <p:sp>
        <p:nvSpPr>
          <p:cNvPr id="9" name="card#1 &gt; Tile 1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1920240"/>
            <a:ext cx="6293815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ile 1 heading"/>
          <p:cNvSpPr/>
          <p:nvPr/>
        </p:nvSpPr>
        <p:spPr>
          <a:xfrm>
            <a:off x="5623560" y="2148840"/>
            <a:ext cx="5745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1" name="Tile 1 body"/>
          <p:cNvSpPr/>
          <p:nvPr/>
        </p:nvSpPr>
        <p:spPr>
          <a:xfrm>
            <a:off x="5623560" y="2651760"/>
            <a:ext cx="57451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12" name="card#2 &gt; Tile 2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4160520"/>
            <a:ext cx="3008376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ile 2 heading"/>
          <p:cNvSpPr/>
          <p:nvPr/>
        </p:nvSpPr>
        <p:spPr>
          <a:xfrm>
            <a:off x="5623560" y="438912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4" name="Tile 2 body"/>
          <p:cNvSpPr/>
          <p:nvPr/>
        </p:nvSpPr>
        <p:spPr>
          <a:xfrm>
            <a:off x="5623560" y="4892040"/>
            <a:ext cx="2459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15" name="card#3 &gt; Tile 3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1936" y="4160520"/>
            <a:ext cx="3011119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ile 3 heading"/>
          <p:cNvSpPr/>
          <p:nvPr/>
        </p:nvSpPr>
        <p:spPr>
          <a:xfrm>
            <a:off x="8906256" y="4389120"/>
            <a:ext cx="24624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7" name="Tile 3 body"/>
          <p:cNvSpPr/>
          <p:nvPr/>
        </p:nvSpPr>
        <p:spPr>
          <a:xfrm>
            <a:off x="8906256" y="4892040"/>
            <a:ext cx="246247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7772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Framing line</a:t>
            </a:r>
            <a:endParaRPr lang="en-US" sz="16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822960"/>
            <a:ext cx="91" cy="51206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Step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7498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Step 1 number"/>
          <p:cNvSpPr/>
          <p:nvPr/>
        </p:nvSpPr>
        <p:spPr>
          <a:xfrm>
            <a:off x="502920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</a:t>
            </a:r>
            <a:endParaRPr lang="en-US" sz="1400" dirty="0"/>
          </a:p>
        </p:txBody>
      </p:sp>
      <p:sp>
        <p:nvSpPr>
          <p:cNvPr id="8" name="Step 1"/>
          <p:cNvSpPr/>
          <p:nvPr/>
        </p:nvSpPr>
        <p:spPr>
          <a:xfrm>
            <a:off x="5806440" y="731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9" name="Step 1 detail"/>
          <p:cNvSpPr/>
          <p:nvPr/>
        </p:nvSpPr>
        <p:spPr>
          <a:xfrm>
            <a:off x="580644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0" name="Step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84708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Step 2 number"/>
          <p:cNvSpPr/>
          <p:nvPr/>
        </p:nvSpPr>
        <p:spPr>
          <a:xfrm>
            <a:off x="5029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  <a:endParaRPr lang="en-US" sz="1400" dirty="0"/>
          </a:p>
        </p:txBody>
      </p:sp>
      <p:sp>
        <p:nvSpPr>
          <p:cNvPr id="12" name="Step 2"/>
          <p:cNvSpPr/>
          <p:nvPr/>
        </p:nvSpPr>
        <p:spPr>
          <a:xfrm>
            <a:off x="580644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3" name="Step 2 detail"/>
          <p:cNvSpPr/>
          <p:nvPr/>
        </p:nvSpPr>
        <p:spPr>
          <a:xfrm>
            <a:off x="5806440" y="2240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4" name="Step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94436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tep 3 number"/>
          <p:cNvSpPr/>
          <p:nvPr/>
        </p:nvSpPr>
        <p:spPr>
          <a:xfrm>
            <a:off x="5029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</a:t>
            </a:r>
            <a:endParaRPr lang="en-US" sz="1400" dirty="0"/>
          </a:p>
        </p:txBody>
      </p:sp>
      <p:sp>
        <p:nvSpPr>
          <p:cNvPr id="16" name="Step 3"/>
          <p:cNvSpPr/>
          <p:nvPr/>
        </p:nvSpPr>
        <p:spPr>
          <a:xfrm>
            <a:off x="5806440" y="2926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7" name="Step 3 detail"/>
          <p:cNvSpPr/>
          <p:nvPr/>
        </p:nvSpPr>
        <p:spPr>
          <a:xfrm>
            <a:off x="5806440" y="33375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8" name="Step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0416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Step 4 number"/>
          <p:cNvSpPr/>
          <p:nvPr/>
        </p:nvSpPr>
        <p:spPr>
          <a:xfrm>
            <a:off x="5029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</a:t>
            </a:r>
            <a:endParaRPr lang="en-US" sz="1400" dirty="0"/>
          </a:p>
        </p:txBody>
      </p:sp>
      <p:sp>
        <p:nvSpPr>
          <p:cNvPr id="20" name="Step 4"/>
          <p:cNvSpPr/>
          <p:nvPr/>
        </p:nvSpPr>
        <p:spPr>
          <a:xfrm>
            <a:off x="5806440" y="4023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1" name="Step 4 detail"/>
          <p:cNvSpPr/>
          <p:nvPr/>
        </p:nvSpPr>
        <p:spPr>
          <a:xfrm>
            <a:off x="5806440" y="4434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22" name="Step 5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138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Step 5 number"/>
          <p:cNvSpPr/>
          <p:nvPr/>
        </p:nvSpPr>
        <p:spPr>
          <a:xfrm>
            <a:off x="502920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</a:t>
            </a:r>
            <a:endParaRPr lang="en-US" sz="1400" dirty="0"/>
          </a:p>
        </p:txBody>
      </p:sp>
      <p:sp>
        <p:nvSpPr>
          <p:cNvPr id="24" name="Step 5"/>
          <p:cNvSpPr/>
          <p:nvPr/>
        </p:nvSpPr>
        <p:spPr>
          <a:xfrm>
            <a:off x="5806440" y="5120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5" name="Step 5 detail"/>
          <p:cNvSpPr/>
          <p:nvPr/>
        </p:nvSpPr>
        <p:spPr>
          <a:xfrm>
            <a:off x="58064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26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layouts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