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4.xml" ContentType="application/vnd.openxmlformats-officedocument.presentationml.slide+xml"/>
  <Override PartName="/ppt/slides/slide38.xml" ContentType="application/vnd.openxmlformats-officedocument.presentationml.slide+xml"/>
  <Override PartName="/ppt/slides/slide4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9" r:id="rId25"/>
    <p:sldId id="293" r:id="rId39"/>
    <p:sldId id="301" r:id="rId47"/>
  </p:sldIdLst>
  <p:notesMasterIdLst>
    <p:notesMasterId r:id="rId7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mpare" id="{c254490c-9763-5036-99d1-f7bc5d574597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Evolve" id="{d245394c-e324-5daf-92ed-0b613f110b9e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Compose" id="{6801387e-9506-5fc8-b013-536502b584ca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Relate" id="{86fc8167-5052-5522-b594-3962b39d6333}">
          <p14:sldIdLst>
            <p14:sldId id="274"/>
            <p14:sldId id="275"/>
            <p14:sldId id="276"/>
            <p14:sldId id="277"/>
            <p14:sldId id="278"/>
          </p14:sldIdLst>
        </p14:section>
        <p14:section name="KPI" id="{7ac8f4f9-130f-5562-9460-c455737bb6c9}">
          <p14:sldIdLst>
            <p14:sldId id="279"/>
            <p14:sldId id="280"/>
            <p14:sldId id="281"/>
            <p14:sldId id="282"/>
            <p14:sldId id="283"/>
          </p14:sldIdLst>
        </p14:section>
        <p14:section name="Matrix" id="{9524c955-01b6-57b9-a5ed-c881fa2b8ecf}">
          <p14:sldIdLst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Process" id="{b8d99f32-f272-5679-88dd-f58d1695a8a4}">
          <p14:sldIdLst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Time" id="{5b1e0435-048c-57b2-b0f9-fb314d9959a4}">
          <p14:sldIdLst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Structure" id="{2895ddd2-b46e-5ead-8c47-ef16f25b32c6}">
          <p14:sldIdLst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</p14:sldIdLst>
        </p14:section>
        <p14:section name="Frameworks" id="{cbd404de-4375-580c-94e0-f9e4b25ec513}">
          <p14:sldIdLst>
            <p14:sldId id="312"/>
            <p14:sldId id="313"/>
            <p14:sldId id="314"/>
            <p14:sldId id="315"/>
            <p14:sldId id="316"/>
            <p14:sldId id="317"/>
          </p14:sldIdLst>
        </p14:section>
        <p14:section name="Signature" id="{7786e625-f9a5-5efd-8e01-1983caadb4c4}">
          <p14:sldIdLst>
            <p14:sldId id="318"/>
            <p14:sldId id="319"/>
            <p14:sldId id="320"/>
            <p14:sldId id="321"/>
            <p14:sldId id="322"/>
            <p14:sldId id="32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5" Type="http://schemas.openxmlformats.org/officeDocument/2006/relationships/slide" Target="slides/slide24.xml"/><Relationship Id="rId39" Type="http://schemas.openxmlformats.org/officeDocument/2006/relationships/slide" Target="slides/slide38.xml"/><Relationship Id="rId47" Type="http://schemas.openxmlformats.org/officeDocument/2006/relationships/slide" Target="slides/slide46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chemeClr val="tx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Item 1</c:v>
                  </c:pt>
                  <c:pt idx="1">
                    <c:v>Item 2</c:v>
                  </c:pt>
                  <c:pt idx="2">
                    <c:v>Item 3</c:v>
                  </c:pt>
                  <c:pt idx="3">
                    <c:v>Item 4</c:v>
                  </c:pt>
                  <c:pt idx="4">
                    <c:v>Item 5</c:v>
                  </c:pt>
                  <c:pt idx="5">
                    <c:v>Item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36</c:v>
                </c:pt>
                <c:pt idx="2">
                  <c:v>31</c:v>
                </c:pt>
                <c:pt idx="3">
                  <c:v>24</c:v>
                </c:pt>
                <c:pt idx="4">
                  <c:v>18</c:v>
                </c:pt>
                <c:pt idx="5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chemeClr val="tx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chemeClr val="bg1">
                <a:lumMod val="85000"/>
              </a:schemeClr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V-CMP-01  ·  Ranked bars</a:t>
            </a:r>
            <a:endParaRPr lang="en-US" sz="1000" dirty="0"/>
          </a:p>
        </p:txBody>
      </p:sp>
      <p:grpSp>
        <p:nvGrpSpPr>
          <p:cNvPr id="5" name="V-CMP-01"/>
          <p:cNvGrpSpPr/>
          <p:nvPr/>
        </p:nvGrpSpPr>
        <p:grpSpPr>
          <a:xfrm>
            <a:off x="548640" y="1097280"/>
            <a:ext cx="7223760" cy="4160520"/>
            <a:chOff x="548640" y="1097280"/>
            <a:chExt cx="7223760" cy="4160520"/>
          </a:xfrm>
        </p:grpSpPr>
        <p:graphicFrame>
          <p:nvGraphicFramePr>
            <p:cNvPr id="3" name="Chart" descr=""/>
            <p:cNvGraphicFramePr/>
            <p:nvPr/>
          </p:nvGraphicFramePr>
          <p:xfrm>
            <a:off x="548640" y="1097280"/>
            <a:ext cx="7223760" cy="3840480"/>
          </p:xfrm>
          <a:graphic>
            <a:graphicData uri="http://schemas.openxmlformats.org/drawingml/2006/chart">
              <c:chart xmlns:c="http://schemas.openxmlformats.org/drawingml/2006/chart" r:id="rId1"/>
            </a:graphicData>
          </a:graphic>
        </p:graphicFrame>
        <p:sp>
          <p:nvSpPr>
            <p:cNvPr id="4" name="Source"/>
            <p:cNvSpPr/>
            <p:nvPr/>
          </p:nvSpPr>
          <p:spPr>
            <a:xfrm>
              <a:off x="548640" y="4983480"/>
              <a:ext cx="7223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Source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V-KPI-01  ·  KPI cards with change</a:t>
            </a:r>
            <a:endParaRPr lang="en-US" sz="1000" dirty="0"/>
          </a:p>
        </p:txBody>
      </p:sp>
      <p:grpSp>
        <p:nvGrpSpPr>
          <p:cNvPr id="18" name="V-KPI-01"/>
          <p:cNvGrpSpPr/>
          <p:nvPr/>
        </p:nvGrpSpPr>
        <p:grpSpPr>
          <a:xfrm>
            <a:off x="548640" y="1097280"/>
            <a:ext cx="7223760" cy="2194560"/>
            <a:chOff x="548640" y="1097280"/>
            <a:chExt cx="7223760" cy="2194560"/>
          </a:xfrm>
        </p:grpSpPr>
        <p:sp>
          <p:nvSpPr>
            <p:cNvPr id="3" name="keyfigure#1 &gt; Value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097280"/>
              <a:ext cx="2255520" cy="219456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4" name="decoration#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097280"/>
              <a:ext cx="2255520" cy="54864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5" name="Value 1"/>
            <p:cNvSpPr/>
            <p:nvPr/>
          </p:nvSpPr>
          <p:spPr>
            <a:xfrm>
              <a:off x="777240" y="1371600"/>
              <a:ext cx="17983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95000"/>
                </a:lnSpc>
                <a:buNone/>
              </a:pPr>
              <a:r>
                <a:rPr lang="en-US" sz="40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00</a:t>
              </a:r>
              <a:endParaRPr lang="en-US" sz="4000" dirty="0"/>
            </a:p>
          </p:txBody>
        </p:sp>
        <p:sp>
          <p:nvSpPr>
            <p:cNvPr id="6" name="Label 1"/>
            <p:cNvSpPr/>
            <p:nvPr/>
          </p:nvSpPr>
          <p:spPr>
            <a:xfrm>
              <a:off x="777240" y="2240280"/>
              <a:ext cx="17983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What is measured</a:t>
              </a:r>
              <a:endParaRPr lang="en-US" sz="1200" dirty="0"/>
            </a:p>
          </p:txBody>
        </p:sp>
        <p:sp>
          <p:nvSpPr>
            <p:cNvPr id="7" name="Change 1"/>
            <p:cNvSpPr/>
            <p:nvPr/>
          </p:nvSpPr>
          <p:spPr>
            <a:xfrm>
              <a:off x="777240" y="2651760"/>
              <a:ext cx="17983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+0% vs reference</a:t>
              </a:r>
              <a:endParaRPr lang="en-US" sz="1000" dirty="0"/>
            </a:p>
          </p:txBody>
        </p:sp>
        <p:sp>
          <p:nvSpPr>
            <p:cNvPr id="8" name="keyfigure#2 &gt; Value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032760" y="1097280"/>
              <a:ext cx="2255520" cy="219456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9" name="decoration#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032760" y="1097280"/>
              <a:ext cx="2255520" cy="54864"/>
            </a:xfrm>
            <a:prstGeom prst="rect">
              <a:avLst/>
            </a:prstGeom>
            <a:solidFill>
              <a:schemeClr val="accent4"/>
            </a:solidFill>
            <a:ln/>
          </p:spPr>
        </p:sp>
        <p:sp>
          <p:nvSpPr>
            <p:cNvPr id="10" name="Value 2"/>
            <p:cNvSpPr/>
            <p:nvPr/>
          </p:nvSpPr>
          <p:spPr>
            <a:xfrm>
              <a:off x="3261360" y="1371600"/>
              <a:ext cx="17983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95000"/>
                </a:lnSpc>
                <a:buNone/>
              </a:pPr>
              <a:r>
                <a:rPr lang="en-US" sz="40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00</a:t>
              </a:r>
              <a:endParaRPr lang="en-US" sz="4000" dirty="0"/>
            </a:p>
          </p:txBody>
        </p:sp>
        <p:sp>
          <p:nvSpPr>
            <p:cNvPr id="11" name="Label 2"/>
            <p:cNvSpPr/>
            <p:nvPr/>
          </p:nvSpPr>
          <p:spPr>
            <a:xfrm>
              <a:off x="3261360" y="2240280"/>
              <a:ext cx="17983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What is measured</a:t>
              </a:r>
              <a:endParaRPr lang="en-US" sz="1200" dirty="0"/>
            </a:p>
          </p:txBody>
        </p:sp>
        <p:sp>
          <p:nvSpPr>
            <p:cNvPr id="12" name="Change 2"/>
            <p:cNvSpPr/>
            <p:nvPr/>
          </p:nvSpPr>
          <p:spPr>
            <a:xfrm>
              <a:off x="3261360" y="2651760"/>
              <a:ext cx="17983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+0% vs reference</a:t>
              </a:r>
              <a:endParaRPr lang="en-US" sz="1000" dirty="0"/>
            </a:p>
          </p:txBody>
        </p:sp>
        <p:sp>
          <p:nvSpPr>
            <p:cNvPr id="13" name="keyfigure#3 &gt; Value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516880" y="1097280"/>
              <a:ext cx="2255520" cy="219456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14" name="decoration#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516880" y="1097280"/>
              <a:ext cx="2255520" cy="54864"/>
            </a:xfrm>
            <a:prstGeom prst="rect">
              <a:avLst/>
            </a:prstGeom>
            <a:solidFill>
              <a:schemeClr val="accent4"/>
            </a:solidFill>
            <a:ln/>
          </p:spPr>
        </p:sp>
        <p:sp>
          <p:nvSpPr>
            <p:cNvPr id="15" name="Value 3"/>
            <p:cNvSpPr/>
            <p:nvPr/>
          </p:nvSpPr>
          <p:spPr>
            <a:xfrm>
              <a:off x="5745480" y="1371600"/>
              <a:ext cx="17983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95000"/>
                </a:lnSpc>
                <a:buNone/>
              </a:pPr>
              <a:r>
                <a:rPr lang="en-US" sz="40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00</a:t>
              </a:r>
              <a:endParaRPr lang="en-US" sz="4000" dirty="0"/>
            </a:p>
          </p:txBody>
        </p:sp>
        <p:sp>
          <p:nvSpPr>
            <p:cNvPr id="16" name="Label 3"/>
            <p:cNvSpPr/>
            <p:nvPr/>
          </p:nvSpPr>
          <p:spPr>
            <a:xfrm>
              <a:off x="5745480" y="2240280"/>
              <a:ext cx="17983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What is measured</a:t>
              </a:r>
              <a:endParaRPr lang="en-US" sz="1200" dirty="0"/>
            </a:p>
          </p:txBody>
        </p:sp>
        <p:sp>
          <p:nvSpPr>
            <p:cNvPr id="17" name="Change 3"/>
            <p:cNvSpPr/>
            <p:nvPr/>
          </p:nvSpPr>
          <p:spPr>
            <a:xfrm>
              <a:off x="5745480" y="2651760"/>
              <a:ext cx="17983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+0% vs reference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V-PRO-04  ·  Stage-gate</a:t>
            </a:r>
            <a:endParaRPr lang="en-US" sz="1000" dirty="0"/>
          </a:p>
        </p:txBody>
      </p:sp>
      <p:grpSp>
        <p:nvGrpSpPr>
          <p:cNvPr id="17" name="V-PRO-04"/>
          <p:cNvGrpSpPr/>
          <p:nvPr/>
        </p:nvGrpSpPr>
        <p:grpSpPr>
          <a:xfrm>
            <a:off x="548640" y="1371600"/>
            <a:ext cx="11094415" cy="3840480"/>
            <a:chOff x="548640" y="1371600"/>
            <a:chExt cx="11094415" cy="3840480"/>
          </a:xfrm>
        </p:grpSpPr>
        <p:sp>
          <p:nvSpPr>
            <p:cNvPr id="3" name="Stage 1"/>
            <p:cNvSpPr/>
            <p:nvPr/>
          </p:nvSpPr>
          <p:spPr>
            <a:xfrm>
              <a:off x="548640" y="1371600"/>
              <a:ext cx="2156384" cy="73152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Stage 1</a:t>
              </a:r>
              <a:endParaRPr lang="en-US" sz="1200" dirty="0"/>
            </a:p>
          </p:txBody>
        </p:sp>
        <p:sp>
          <p:nvSpPr>
            <p:cNvPr id="4" name="Stage 1 text"/>
            <p:cNvSpPr/>
            <p:nvPr/>
          </p:nvSpPr>
          <p:spPr>
            <a:xfrm>
              <a:off x="548640" y="2240280"/>
              <a:ext cx="2156384" cy="297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Main activities</a:t>
              </a:r>
              <a:endParaRPr lang="en-US" sz="1000" dirty="0"/>
            </a:p>
          </p:txBody>
        </p:sp>
        <p:sp>
          <p:nvSpPr>
            <p:cNvPr id="5" name="Gate 1"/>
            <p:cNvSpPr/>
            <p:nvPr/>
          </p:nvSpPr>
          <p:spPr>
            <a:xfrm>
              <a:off x="2796464" y="1417320"/>
              <a:ext cx="640080" cy="640080"/>
            </a:xfrm>
            <a:prstGeom prst="diamond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G1</a:t>
              </a:r>
              <a:endParaRPr lang="en-US" sz="1000" dirty="0"/>
            </a:p>
          </p:txBody>
        </p:sp>
        <p:sp>
          <p:nvSpPr>
            <p:cNvPr id="6" name="Gate 1 criteria"/>
            <p:cNvSpPr/>
            <p:nvPr/>
          </p:nvSpPr>
          <p:spPr>
            <a:xfrm>
              <a:off x="2476424" y="2240280"/>
              <a:ext cx="1280160" cy="297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Decision criteria</a:t>
              </a:r>
              <a:endParaRPr lang="en-US" sz="1000" dirty="0"/>
            </a:p>
          </p:txBody>
        </p:sp>
        <p:sp>
          <p:nvSpPr>
            <p:cNvPr id="7" name="Stage 2"/>
            <p:cNvSpPr/>
            <p:nvPr/>
          </p:nvSpPr>
          <p:spPr>
            <a:xfrm>
              <a:off x="3527984" y="1371600"/>
              <a:ext cx="2156384" cy="73152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Stage 2</a:t>
              </a:r>
              <a:endParaRPr lang="en-US" sz="1200" dirty="0"/>
            </a:p>
          </p:txBody>
        </p:sp>
        <p:sp>
          <p:nvSpPr>
            <p:cNvPr id="8" name="Stage 2 text"/>
            <p:cNvSpPr/>
            <p:nvPr/>
          </p:nvSpPr>
          <p:spPr>
            <a:xfrm>
              <a:off x="3527984" y="2240280"/>
              <a:ext cx="2156384" cy="297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Main activities</a:t>
              </a:r>
              <a:endParaRPr lang="en-US" sz="1000" dirty="0"/>
            </a:p>
          </p:txBody>
        </p:sp>
        <p:sp>
          <p:nvSpPr>
            <p:cNvPr id="9" name="Gate 2"/>
            <p:cNvSpPr/>
            <p:nvPr/>
          </p:nvSpPr>
          <p:spPr>
            <a:xfrm>
              <a:off x="5775808" y="1417320"/>
              <a:ext cx="640080" cy="640080"/>
            </a:xfrm>
            <a:prstGeom prst="diamond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G2</a:t>
              </a:r>
              <a:endParaRPr lang="en-US" sz="1000" dirty="0"/>
            </a:p>
          </p:txBody>
        </p:sp>
        <p:sp>
          <p:nvSpPr>
            <p:cNvPr id="10" name="Gate 2 criteria"/>
            <p:cNvSpPr/>
            <p:nvPr/>
          </p:nvSpPr>
          <p:spPr>
            <a:xfrm>
              <a:off x="5455768" y="2240280"/>
              <a:ext cx="1280160" cy="297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Decision criteria</a:t>
              </a:r>
              <a:endParaRPr lang="en-US" sz="1000" dirty="0"/>
            </a:p>
          </p:txBody>
        </p:sp>
        <p:sp>
          <p:nvSpPr>
            <p:cNvPr id="11" name="Stage 3"/>
            <p:cNvSpPr/>
            <p:nvPr/>
          </p:nvSpPr>
          <p:spPr>
            <a:xfrm>
              <a:off x="6507328" y="1371600"/>
              <a:ext cx="2156384" cy="73152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Stage 3</a:t>
              </a:r>
              <a:endParaRPr lang="en-US" sz="1200" dirty="0"/>
            </a:p>
          </p:txBody>
        </p:sp>
        <p:sp>
          <p:nvSpPr>
            <p:cNvPr id="12" name="Stage 3 text"/>
            <p:cNvSpPr/>
            <p:nvPr/>
          </p:nvSpPr>
          <p:spPr>
            <a:xfrm>
              <a:off x="6507328" y="2240280"/>
              <a:ext cx="2156384" cy="297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Main activities</a:t>
              </a:r>
              <a:endParaRPr lang="en-US" sz="1000" dirty="0"/>
            </a:p>
          </p:txBody>
        </p:sp>
        <p:sp>
          <p:nvSpPr>
            <p:cNvPr id="13" name="Gate 3"/>
            <p:cNvSpPr/>
            <p:nvPr/>
          </p:nvSpPr>
          <p:spPr>
            <a:xfrm>
              <a:off x="8755151" y="1417320"/>
              <a:ext cx="640080" cy="640080"/>
            </a:xfrm>
            <a:prstGeom prst="diamond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G3</a:t>
              </a:r>
              <a:endParaRPr lang="en-US" sz="1000" dirty="0"/>
            </a:p>
          </p:txBody>
        </p:sp>
        <p:sp>
          <p:nvSpPr>
            <p:cNvPr id="14" name="Gate 3 criteria"/>
            <p:cNvSpPr/>
            <p:nvPr/>
          </p:nvSpPr>
          <p:spPr>
            <a:xfrm>
              <a:off x="8435111" y="2240280"/>
              <a:ext cx="1280160" cy="297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1">
                      <a:lumMod val="50000"/>
                      <a:lumOff val="40000"/>
                    </a:schemeClr>
                  </a:solidFill>
                  <a:latin typeface="+mn-lt"/>
                  <a:ea typeface="+mn-ea"/>
                  <a:cs typeface="+mn-cs"/>
                </a:rPr>
                <a:t>Decision criteria</a:t>
              </a:r>
              <a:endParaRPr lang="en-US" sz="1000" dirty="0"/>
            </a:p>
          </p:txBody>
        </p:sp>
        <p:sp>
          <p:nvSpPr>
            <p:cNvPr id="15" name="Stage 4"/>
            <p:cNvSpPr/>
            <p:nvPr/>
          </p:nvSpPr>
          <p:spPr>
            <a:xfrm>
              <a:off x="9486671" y="1371600"/>
              <a:ext cx="2156384" cy="731520"/>
            </a:xfrm>
            <a:prstGeom prst="rect">
              <a:avLst/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Stage 4</a:t>
              </a:r>
              <a:endParaRPr lang="en-US" sz="1200" dirty="0"/>
            </a:p>
          </p:txBody>
        </p:sp>
        <p:sp>
          <p:nvSpPr>
            <p:cNvPr id="16" name="Stage 4 text"/>
            <p:cNvSpPr/>
            <p:nvPr/>
          </p:nvSpPr>
          <p:spPr>
            <a:xfrm>
              <a:off x="9486671" y="2240280"/>
              <a:ext cx="2156384" cy="2971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Main activities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V-TIM-05  ·  Now, next, later</a:t>
            </a:r>
            <a:endParaRPr lang="en-US" sz="1000" dirty="0"/>
          </a:p>
        </p:txBody>
      </p:sp>
      <p:grpSp>
        <p:nvGrpSpPr>
          <p:cNvPr id="12" name="V-TIM-05"/>
          <p:cNvGrpSpPr/>
          <p:nvPr/>
        </p:nvGrpSpPr>
        <p:grpSpPr>
          <a:xfrm>
            <a:off x="548640" y="1097280"/>
            <a:ext cx="11094415" cy="4160520"/>
            <a:chOff x="548640" y="1097280"/>
            <a:chExt cx="11094415" cy="4160520"/>
          </a:xfrm>
        </p:grpSpPr>
        <p:sp>
          <p:nvSpPr>
            <p:cNvPr id="3" name="Column 1 heading"/>
            <p:cNvSpPr/>
            <p:nvPr/>
          </p:nvSpPr>
          <p:spPr>
            <a:xfrm>
              <a:off x="548640" y="1097280"/>
              <a:ext cx="3545738" cy="54864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137160" tIns="137160" rIns="137160" bIns="13716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+mj-lt"/>
                  <a:ea typeface="+mj-ea"/>
                  <a:cs typeface="+mj-cs"/>
                </a:rPr>
                <a:t>Now</a:t>
              </a:r>
              <a:endParaRPr lang="en-US" sz="1600" dirty="0"/>
            </a:p>
          </p:txBody>
        </p:sp>
        <p:sp>
          <p:nvSpPr>
            <p:cNvPr id="4" name="card#1 &gt; Column 1 items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645920"/>
              <a:ext cx="3545738" cy="361188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5" name="Column 1 items"/>
            <p:cNvSpPr/>
            <p:nvPr/>
          </p:nvSpPr>
          <p:spPr>
            <a:xfrm>
              <a:off x="731520" y="1828800"/>
              <a:ext cx="3179978" cy="3246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</p:txBody>
        </p:sp>
        <p:sp>
          <p:nvSpPr>
            <p:cNvPr id="6" name="Column 2 heading"/>
            <p:cNvSpPr/>
            <p:nvPr/>
          </p:nvSpPr>
          <p:spPr>
            <a:xfrm>
              <a:off x="4322978" y="1097280"/>
              <a:ext cx="3545738" cy="548640"/>
            </a:xfrm>
            <a:prstGeom prst="rect">
              <a:avLst/>
            </a:prstGeom>
            <a:solidFill>
              <a:schemeClr val="accent3"/>
            </a:solidFill>
            <a:ln/>
          </p:spPr>
          <p:txBody>
            <a:bodyPr wrap="square" lIns="137160" tIns="137160" rIns="137160" bIns="13716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Next</a:t>
              </a:r>
              <a:endParaRPr lang="en-US" sz="1600" dirty="0"/>
            </a:p>
          </p:txBody>
        </p:sp>
        <p:sp>
          <p:nvSpPr>
            <p:cNvPr id="7" name="card#2 &gt; Column 2 items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322978" y="1645920"/>
              <a:ext cx="3545738" cy="361188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8" name="Column 2 items"/>
            <p:cNvSpPr/>
            <p:nvPr/>
          </p:nvSpPr>
          <p:spPr>
            <a:xfrm>
              <a:off x="4505858" y="1828800"/>
              <a:ext cx="3179978" cy="3246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</p:txBody>
        </p:sp>
        <p:sp>
          <p:nvSpPr>
            <p:cNvPr id="9" name="Column 3 heading"/>
            <p:cNvSpPr/>
            <p:nvPr/>
          </p:nvSpPr>
          <p:spPr>
            <a:xfrm>
              <a:off x="8097317" y="1097280"/>
              <a:ext cx="3545738" cy="548640"/>
            </a:xfrm>
            <a:prstGeom prst="rect">
              <a:avLst/>
            </a:prstGeom>
            <a:solidFill>
              <a:schemeClr val="accent6"/>
            </a:solidFill>
            <a:ln/>
          </p:spPr>
          <p:txBody>
            <a:bodyPr wrap="square" lIns="137160" tIns="137160" rIns="137160" bIns="13716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Later</a:t>
              </a:r>
              <a:endParaRPr lang="en-US" sz="1600" dirty="0"/>
            </a:p>
          </p:txBody>
        </p:sp>
        <p:sp>
          <p:nvSpPr>
            <p:cNvPr id="10" name="card#3 &gt; Column 3 items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097317" y="1645920"/>
              <a:ext cx="3545738" cy="361188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11" name="Column 3 items"/>
            <p:cNvSpPr/>
            <p:nvPr/>
          </p:nvSpPr>
          <p:spPr>
            <a:xfrm>
              <a:off x="8280197" y="1828800"/>
              <a:ext cx="3179978" cy="3246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Make Clean Neutral">
  <a:themeElements>
    <a:clrScheme name="Make Clean Neutral">
      <a:dk1>
        <a:srgbClr val="111111"/>
      </a:dk1>
      <a:lt1>
        <a:srgbClr val="FFFFFF"/>
      </a:lt1>
      <a:dk2>
        <a:srgbClr val="404040"/>
      </a:dk2>
      <a:lt2>
        <a:srgbClr val="F2F2F2"/>
      </a:lt2>
      <a:accent1>
        <a:srgbClr val="1F1F1F"/>
      </a:accent1>
      <a:accent2>
        <a:srgbClr val="595959"/>
      </a:accent2>
      <a:accent3>
        <a:srgbClr val="8C8C8C"/>
      </a:accent3>
      <a:accent4>
        <a:srgbClr val="B3B3B3"/>
      </a:accent4>
      <a:accent5>
        <a:srgbClr val="D0D0D0"/>
      </a:accent5>
      <a:accent6>
        <a:srgbClr val="E6E6E6"/>
      </a:accent6>
      <a:hlink>
        <a:srgbClr val="404040"/>
      </a:hlink>
      <a:folHlink>
        <a:srgbClr val="8C8C8C"/>
      </a:folHlink>
    </a:clrScheme>
    <a:fontScheme name="Make Clean Neutr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github.com/MaximeRumpler/Make_Clean_PPTX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Make Clean PPTX, visuals</dc:title>
  <dc:subject>PptxGenJS Presentation</dc:subject>
  <dc:creator>Make Clean PPTX</dc:creator>
  <cp:lastModifiedBy>Make Clean PPTX</cp:lastModifiedBy>
  <cp:revision>1</cp:revision>
  <dcterms:created xsi:type="dcterms:W3CDTF">2026-10-25T00:00:00Z</dcterms:created>
  <dcterms:modified xsi:type="dcterms:W3CDTF">2026-10-25T00:00:00Z</dcterms:modified>
</cp:coreProperties>
</file>