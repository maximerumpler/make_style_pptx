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228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Shapes library: container silhouettes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2743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>
                <a:solidFill>
                  <a:schemeClr val="accent3"/>
                </a:solidFill>
              </a:rPr>
              <a:t>Dashed: safe text box, sample text cut to its limit · 1/5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" y="68580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rectangle</a:t>
            </a:r>
          </a:p>
        </p:txBody>
      </p:sp>
      <p:sp>
        <p:nvSpPr>
          <p:cNvPr id="5" name="rectangle 1.0"/>
          <p:cNvSpPr/>
          <p:nvPr/>
        </p:nvSpPr>
        <p:spPr>
          <a:xfrm>
            <a:off x="301752" y="960120"/>
            <a:ext cx="2121408" cy="1325880"/>
          </a:xfrm>
          <a:custGeom>
            <a:avLst/>
            <a:gdLst>
              <a:gd name="txL" fmla="*/ w 3750 100000"/>
              <a:gd name="txT" fmla="*/ h 6000 100000"/>
              <a:gd name="txR" fmla="*/ w 96250 100000"/>
              <a:gd name="txB" fmla="*/ h 94000 100000"/>
            </a:gdLst>
            <a:ahLst/>
            <a:cxnLst/>
            <a:rect l="txL" t="txT" r="txR" b="txB"/>
            <a:pathLst>
              <a:path w="2121408" h="1325880">
                <a:moveTo>
                  <a:pt x="0" y="0"/>
                </a:moveTo>
                <a:lnTo>
                  <a:pt x="2121408" y="0"/>
                </a:lnTo>
                <a:lnTo>
                  <a:pt x="2121408" y="1325880"/>
                </a:lnTo>
                <a:lnTo>
                  <a:pt x="0" y="13258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305" y="1039673"/>
            <a:ext cx="1962302" cy="1166774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 held steady through a grey quarter while every lost client got a call and costs…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340864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2.32 x 1.45 in
89 chars at 14 pt</a:t>
            </a:r>
          </a:p>
        </p:txBody>
      </p:sp>
      <p:sp>
        <p:nvSpPr>
          <p:cNvPr id="8" name="rectangle 0.72"/>
          <p:cNvSpPr/>
          <p:nvPr/>
        </p:nvSpPr>
        <p:spPr>
          <a:xfrm>
            <a:off x="2651760" y="1331367"/>
            <a:ext cx="1527413" cy="954633"/>
          </a:xfrm>
          <a:custGeom>
            <a:avLst/>
            <a:gdLst>
              <a:gd name="txL" fmla="*/ w 3750 100000"/>
              <a:gd name="txT" fmla="*/ h 6000 100000"/>
              <a:gd name="txR" fmla="*/ w 96250 100000"/>
              <a:gd name="txB" fmla="*/ h 94000 100000"/>
            </a:gdLst>
            <a:ahLst/>
            <a:cxnLst/>
            <a:rect l="txL" t="txT" r="txR" b="txB"/>
            <a:pathLst>
              <a:path w="1527413" h="954633">
                <a:moveTo>
                  <a:pt x="0" y="0"/>
                </a:moveTo>
                <a:lnTo>
                  <a:pt x="1527413" y="0"/>
                </a:lnTo>
                <a:lnTo>
                  <a:pt x="1527413" y="954633"/>
                </a:lnTo>
                <a:lnTo>
                  <a:pt x="0" y="9546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9038" y="1388645"/>
            <a:ext cx="1412857" cy="840077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 held steady through a grey quarter while every lost client got a call…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340864"/>
            <a:ext cx="152741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1.67 x 1.04 in
80 chars at 11 pt</a:t>
            </a:r>
          </a:p>
        </p:txBody>
      </p:sp>
      <p:sp>
        <p:nvSpPr>
          <p:cNvPr id="11" name="rectangle 0.5"/>
          <p:cNvSpPr/>
          <p:nvPr/>
        </p:nvSpPr>
        <p:spPr>
          <a:xfrm>
            <a:off x="4407773" y="1623060"/>
            <a:ext cx="1060704" cy="662940"/>
          </a:xfrm>
          <a:custGeom>
            <a:avLst/>
            <a:gdLst>
              <a:gd name="txL" fmla="*/ w 3750 100000"/>
              <a:gd name="txT" fmla="*/ h 6000 100000"/>
              <a:gd name="txR" fmla="*/ w 96250 100000"/>
              <a:gd name="txB" fmla="*/ h 94000 100000"/>
            </a:gdLst>
            <a:ahLst/>
            <a:cxnLst/>
            <a:rect l="txL" t="txT" r="txR" b="txB"/>
            <a:pathLst>
              <a:path w="1060704" h="662940">
                <a:moveTo>
                  <a:pt x="0" y="0"/>
                </a:moveTo>
                <a:lnTo>
                  <a:pt x="1060704" y="0"/>
                </a:lnTo>
                <a:lnTo>
                  <a:pt x="1060704" y="662940"/>
                </a:lnTo>
                <a:lnTo>
                  <a:pt x="0" y="66294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7550" y="1662837"/>
            <a:ext cx="981150" cy="583386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Orders held steady through a grey quarter while…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773" y="2340864"/>
            <a:ext cx="106070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1.16 x 0.72 in
54 chars at 9 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68580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rounded</a:t>
            </a:r>
          </a:p>
        </p:txBody>
      </p:sp>
      <p:sp>
        <p:nvSpPr>
          <p:cNvPr id="15" name="rounded 1.0"/>
          <p:cNvSpPr/>
          <p:nvPr/>
        </p:nvSpPr>
        <p:spPr>
          <a:xfrm>
            <a:off x="6108192" y="960120"/>
            <a:ext cx="1988820" cy="1325880"/>
          </a:xfrm>
          <a:custGeom>
            <a:avLst/>
            <a:gdLst>
              <a:gd name="txL" fmla="*/ w 10000 100000"/>
              <a:gd name="txT" fmla="*/ h 9000 100000"/>
              <a:gd name="txR" fmla="*/ w 90000 100000"/>
              <a:gd name="txB" fmla="*/ h 91500 100000"/>
            </a:gdLst>
            <a:ahLst/>
            <a:cxnLst/>
            <a:rect l="txL" t="txT" r="txR" b="txB"/>
            <a:pathLst>
              <a:path w="1988820" h="1325880">
                <a:moveTo>
                  <a:pt x="238658" y="0"/>
                </a:moveTo>
                <a:lnTo>
                  <a:pt x="1750162" y="0"/>
                </a:lnTo>
                <a:cubicBezTo>
                  <a:pt x="1881969" y="0"/>
                  <a:pt x="1988820" y="106851"/>
                  <a:pt x="1988820" y="238658"/>
                </a:cubicBezTo>
                <a:lnTo>
                  <a:pt x="1988820" y="1087222"/>
                </a:lnTo>
                <a:cubicBezTo>
                  <a:pt x="1988820" y="1219029"/>
                  <a:pt x="1881969" y="1325880"/>
                  <a:pt x="1750162" y="1325880"/>
                </a:cubicBezTo>
                <a:lnTo>
                  <a:pt x="238658" y="1325880"/>
                </a:lnTo>
                <a:cubicBezTo>
                  <a:pt x="106851" y="1325880"/>
                  <a:pt x="0" y="1219029"/>
                  <a:pt x="0" y="1087222"/>
                </a:cubicBezTo>
                <a:lnTo>
                  <a:pt x="0" y="238658"/>
                </a:lnTo>
                <a:cubicBezTo>
                  <a:pt x="0" y="106851"/>
                  <a:pt x="106851" y="0"/>
                  <a:pt x="2386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7074" y="1079450"/>
            <a:ext cx="1591056" cy="1093850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 held steady through a grey quarter while every lost client got…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2340864"/>
            <a:ext cx="19888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2.17 x 1.45 in
72 chars at 14 pt</a:t>
            </a:r>
          </a:p>
        </p:txBody>
      </p:sp>
      <p:sp>
        <p:nvSpPr>
          <p:cNvPr id="18" name="rounded 0.72"/>
          <p:cNvSpPr/>
          <p:nvPr/>
        </p:nvSpPr>
        <p:spPr>
          <a:xfrm>
            <a:off x="8325612" y="1331367"/>
            <a:ext cx="1431950" cy="954633"/>
          </a:xfrm>
          <a:custGeom>
            <a:avLst/>
            <a:gdLst>
              <a:gd name="txL" fmla="*/ w 10000 100000"/>
              <a:gd name="txT" fmla="*/ h 9000 100000"/>
              <a:gd name="txR" fmla="*/ w 90000 100000"/>
              <a:gd name="txB" fmla="*/ h 91500 100000"/>
            </a:gdLst>
            <a:ahLst/>
            <a:cxnLst/>
            <a:rect l="txL" t="txT" r="txR" b="txB"/>
            <a:pathLst>
              <a:path w="1431950" h="954633">
                <a:moveTo>
                  <a:pt x="171834" y="0"/>
                </a:moveTo>
                <a:lnTo>
                  <a:pt x="1260116" y="0"/>
                </a:lnTo>
                <a:cubicBezTo>
                  <a:pt x="1355017" y="0"/>
                  <a:pt x="1431950" y="76933"/>
                  <a:pt x="1431950" y="171834"/>
                </a:cubicBezTo>
                <a:lnTo>
                  <a:pt x="1431950" y="782799"/>
                </a:lnTo>
                <a:cubicBezTo>
                  <a:pt x="1431950" y="877700"/>
                  <a:pt x="1355017" y="954633"/>
                  <a:pt x="1260116" y="954633"/>
                </a:cubicBezTo>
                <a:lnTo>
                  <a:pt x="171834" y="954633"/>
                </a:lnTo>
                <a:cubicBezTo>
                  <a:pt x="76933" y="954633"/>
                  <a:pt x="0" y="877700"/>
                  <a:pt x="0" y="782799"/>
                </a:cubicBezTo>
                <a:lnTo>
                  <a:pt x="0" y="171834"/>
                </a:lnTo>
                <a:cubicBezTo>
                  <a:pt x="0" y="76933"/>
                  <a:pt x="76933" y="0"/>
                  <a:pt x="17183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8807" y="1417284"/>
            <a:ext cx="1145560" cy="787572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 held steady through a grey quarter while…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5612" y="2340864"/>
            <a:ext cx="143195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1.57 x 1.04 in
51 chars at 11 pt</a:t>
            </a:r>
          </a:p>
        </p:txBody>
      </p:sp>
      <p:sp>
        <p:nvSpPr>
          <p:cNvPr id="21" name="rounded 0.5"/>
          <p:cNvSpPr/>
          <p:nvPr/>
        </p:nvSpPr>
        <p:spPr>
          <a:xfrm>
            <a:off x="9986162" y="1623060"/>
            <a:ext cx="994410" cy="662940"/>
          </a:xfrm>
          <a:custGeom>
            <a:avLst/>
            <a:gdLst>
              <a:gd name="txL" fmla="*/ w 10000 100000"/>
              <a:gd name="txT" fmla="*/ h 9000 100000"/>
              <a:gd name="txR" fmla="*/ w 90000 100000"/>
              <a:gd name="txB" fmla="*/ h 91500 100000"/>
            </a:gdLst>
            <a:ahLst/>
            <a:cxnLst/>
            <a:rect l="txL" t="txT" r="txR" b="txB"/>
            <a:pathLst>
              <a:path w="994410" h="662940">
                <a:moveTo>
                  <a:pt x="119329" y="0"/>
                </a:moveTo>
                <a:lnTo>
                  <a:pt x="875081" y="0"/>
                </a:lnTo>
                <a:cubicBezTo>
                  <a:pt x="940984" y="0"/>
                  <a:pt x="994410" y="53426"/>
                  <a:pt x="994410" y="119329"/>
                </a:cubicBezTo>
                <a:lnTo>
                  <a:pt x="994410" y="543611"/>
                </a:lnTo>
                <a:cubicBezTo>
                  <a:pt x="994410" y="609514"/>
                  <a:pt x="940984" y="662940"/>
                  <a:pt x="875081" y="662940"/>
                </a:cubicBezTo>
                <a:lnTo>
                  <a:pt x="119329" y="662940"/>
                </a:lnTo>
                <a:cubicBezTo>
                  <a:pt x="53426" y="662940"/>
                  <a:pt x="0" y="609514"/>
                  <a:pt x="0" y="543611"/>
                </a:cubicBezTo>
                <a:lnTo>
                  <a:pt x="0" y="119329"/>
                </a:lnTo>
                <a:cubicBezTo>
                  <a:pt x="0" y="53426"/>
                  <a:pt x="53426" y="0"/>
                  <a:pt x="11932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5603" y="1682725"/>
            <a:ext cx="795528" cy="546925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Orders held steady through a…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86162" y="2340864"/>
            <a:ext cx="99441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1.09 x 0.72 in
33 chars at 9 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" y="269748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pill</a:t>
            </a:r>
          </a:p>
        </p:txBody>
      </p:sp>
      <p:sp>
        <p:nvSpPr>
          <p:cNvPr id="25" name="pill 1.0"/>
          <p:cNvSpPr/>
          <p:nvPr/>
        </p:nvSpPr>
        <p:spPr>
          <a:xfrm>
            <a:off x="301752" y="3554730"/>
            <a:ext cx="2377440" cy="742950"/>
          </a:xfrm>
          <a:custGeom>
            <a:avLst/>
            <a:gdLst>
              <a:gd name="txL" fmla="*/ w 11750 100000"/>
              <a:gd name="txT" fmla="*/ h 7200 100000"/>
              <a:gd name="txR" fmla="*/ w 88250 100000"/>
              <a:gd name="txB" fmla="*/ h 92000 100000"/>
            </a:gdLst>
            <a:ahLst/>
            <a:cxnLst/>
            <a:rect l="txL" t="txT" r="txR" b="txB"/>
            <a:pathLst>
              <a:path w="2377440" h="742950">
                <a:moveTo>
                  <a:pt x="371475" y="0"/>
                </a:moveTo>
                <a:lnTo>
                  <a:pt x="2005965" y="0"/>
                </a:lnTo>
                <a:cubicBezTo>
                  <a:pt x="2211125" y="0"/>
                  <a:pt x="2377440" y="166315"/>
                  <a:pt x="2377440" y="371475"/>
                </a:cubicBezTo>
                <a:lnTo>
                  <a:pt x="2377440" y="371475"/>
                </a:lnTo>
                <a:cubicBezTo>
                  <a:pt x="2377440" y="576635"/>
                  <a:pt x="2211125" y="742950"/>
                  <a:pt x="2005965" y="742950"/>
                </a:cubicBezTo>
                <a:lnTo>
                  <a:pt x="371475" y="742950"/>
                </a:lnTo>
                <a:cubicBezTo>
                  <a:pt x="166315" y="742950"/>
                  <a:pt x="0" y="576635"/>
                  <a:pt x="0" y="371475"/>
                </a:cubicBezTo>
                <a:lnTo>
                  <a:pt x="0" y="371475"/>
                </a:lnTo>
                <a:cubicBezTo>
                  <a:pt x="0" y="166315"/>
                  <a:pt x="166315" y="0"/>
                  <a:pt x="37147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1102" y="3608223"/>
            <a:ext cx="1818740" cy="630021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 held steady through a…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" y="435254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2.60 x 0.81 in
32 chars at 14 pt</a:t>
            </a:r>
          </a:p>
        </p:txBody>
      </p:sp>
      <p:sp>
        <p:nvSpPr>
          <p:cNvPr id="28" name="pill 0.72"/>
          <p:cNvSpPr/>
          <p:nvPr/>
        </p:nvSpPr>
        <p:spPr>
          <a:xfrm>
            <a:off x="2907792" y="3762756"/>
            <a:ext cx="1711756" cy="534924"/>
          </a:xfrm>
          <a:custGeom>
            <a:avLst/>
            <a:gdLst>
              <a:gd name="txL" fmla="*/ w 11750 100000"/>
              <a:gd name="txT" fmla="*/ h 7200 100000"/>
              <a:gd name="txR" fmla="*/ w 88250 100000"/>
              <a:gd name="txB" fmla="*/ h 92000 100000"/>
            </a:gdLst>
            <a:ahLst/>
            <a:cxnLst/>
            <a:rect l="txL" t="txT" r="txR" b="txB"/>
            <a:pathLst>
              <a:path w="1711756" h="534924">
                <a:moveTo>
                  <a:pt x="267462" y="0"/>
                </a:moveTo>
                <a:lnTo>
                  <a:pt x="1444294" y="0"/>
                </a:lnTo>
                <a:cubicBezTo>
                  <a:pt x="1592009" y="0"/>
                  <a:pt x="1711756" y="119747"/>
                  <a:pt x="1711756" y="267462"/>
                </a:cubicBezTo>
                <a:lnTo>
                  <a:pt x="1711756" y="267462"/>
                </a:lnTo>
                <a:cubicBezTo>
                  <a:pt x="1711756" y="415177"/>
                  <a:pt x="1592009" y="534924"/>
                  <a:pt x="1444294" y="534924"/>
                </a:cubicBezTo>
                <a:lnTo>
                  <a:pt x="267462" y="534924"/>
                </a:lnTo>
                <a:cubicBezTo>
                  <a:pt x="119747" y="534924"/>
                  <a:pt x="0" y="415177"/>
                  <a:pt x="0" y="267462"/>
                </a:cubicBezTo>
                <a:lnTo>
                  <a:pt x="0" y="267462"/>
                </a:lnTo>
                <a:cubicBezTo>
                  <a:pt x="0" y="119747"/>
                  <a:pt x="119747" y="0"/>
                  <a:pt x="26746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24" y="3801271"/>
            <a:ext cx="1309492" cy="453614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 held steady through a…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07792" y="4352544"/>
            <a:ext cx="171175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1.87 x 0.58 in
30 chars at 11 pt</a:t>
            </a:r>
          </a:p>
        </p:txBody>
      </p:sp>
      <p:sp>
        <p:nvSpPr>
          <p:cNvPr id="31" name="pill 0.5"/>
          <p:cNvSpPr/>
          <p:nvPr/>
        </p:nvSpPr>
        <p:spPr>
          <a:xfrm>
            <a:off x="4848148" y="3926205"/>
            <a:ext cx="1188720" cy="371475"/>
          </a:xfrm>
          <a:custGeom>
            <a:avLst/>
            <a:gdLst>
              <a:gd name="txL" fmla="*/ w 11750 100000"/>
              <a:gd name="txT" fmla="*/ h 7200 100000"/>
              <a:gd name="txR" fmla="*/ w 88250 100000"/>
              <a:gd name="txB" fmla="*/ h 92000 100000"/>
            </a:gdLst>
            <a:ahLst/>
            <a:cxnLst/>
            <a:rect l="txL" t="txT" r="txR" b="txB"/>
            <a:pathLst>
              <a:path w="1188720" h="371475">
                <a:moveTo>
                  <a:pt x="185738" y="0"/>
                </a:moveTo>
                <a:lnTo>
                  <a:pt x="1002982" y="0"/>
                </a:lnTo>
                <a:cubicBezTo>
                  <a:pt x="1105562" y="0"/>
                  <a:pt x="1188720" y="83158"/>
                  <a:pt x="1188720" y="185738"/>
                </a:cubicBezTo>
                <a:lnTo>
                  <a:pt x="1188720" y="185738"/>
                </a:lnTo>
                <a:cubicBezTo>
                  <a:pt x="1188720" y="288317"/>
                  <a:pt x="1105562" y="371475"/>
                  <a:pt x="1002982" y="371475"/>
                </a:cubicBezTo>
                <a:lnTo>
                  <a:pt x="185738" y="371475"/>
                </a:lnTo>
                <a:cubicBezTo>
                  <a:pt x="83158" y="371475"/>
                  <a:pt x="0" y="288317"/>
                  <a:pt x="0" y="185738"/>
                </a:cubicBezTo>
                <a:lnTo>
                  <a:pt x="0" y="185738"/>
                </a:lnTo>
                <a:cubicBezTo>
                  <a:pt x="0" y="83158"/>
                  <a:pt x="83158" y="0"/>
                  <a:pt x="18573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87823" y="3952952"/>
            <a:ext cx="909370" cy="315010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Orders held steady…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8148" y="435254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1.30 x 0.41 in
25 chars at 9 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8192" y="269748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ellipse</a:t>
            </a:r>
          </a:p>
        </p:txBody>
      </p:sp>
      <p:sp>
        <p:nvSpPr>
          <p:cNvPr id="35" name="ellipse 1.0"/>
          <p:cNvSpPr/>
          <p:nvPr/>
        </p:nvSpPr>
        <p:spPr>
          <a:xfrm>
            <a:off x="6108192" y="2971800"/>
            <a:ext cx="1922526" cy="1325880"/>
          </a:xfrm>
          <a:custGeom>
            <a:avLst/>
            <a:gdLst>
              <a:gd name="txL" fmla="*/ w 16759 100000"/>
              <a:gd name="txT" fmla="*/ h 19950 100000"/>
              <a:gd name="txR" fmla="*/ w 83241 100000"/>
              <a:gd name="txB" fmla="*/ h 80100 100000"/>
            </a:gdLst>
            <a:ahLst/>
            <a:cxnLst/>
            <a:rect l="txL" t="txT" r="txR" b="txB"/>
            <a:pathLst>
              <a:path w="1922526" h="1325880">
                <a:moveTo>
                  <a:pt x="1922526" y="662940"/>
                </a:moveTo>
                <a:cubicBezTo>
                  <a:pt x="1922526" y="1029072"/>
                  <a:pt x="1492154" y="1325880"/>
                  <a:pt x="961263" y="1325880"/>
                </a:cubicBezTo>
                <a:cubicBezTo>
                  <a:pt x="430372" y="1325880"/>
                  <a:pt x="0" y="1029072"/>
                  <a:pt x="0" y="662940"/>
                </a:cubicBezTo>
                <a:cubicBezTo>
                  <a:pt x="0" y="296808"/>
                  <a:pt x="430372" y="0"/>
                  <a:pt x="961263" y="0"/>
                </a:cubicBezTo>
                <a:cubicBezTo>
                  <a:pt x="1492154" y="0"/>
                  <a:pt x="1922526" y="296808"/>
                  <a:pt x="1922526" y="6629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0381" y="3236314"/>
            <a:ext cx="1278148" cy="797515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 held steady through a…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08192" y="4352544"/>
            <a:ext cx="192252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2.10 x 1.45 in
33 chars at 14 pt</a:t>
            </a:r>
          </a:p>
        </p:txBody>
      </p:sp>
      <p:sp>
        <p:nvSpPr>
          <p:cNvPr id="38" name="ellipse 0.72"/>
          <p:cNvSpPr/>
          <p:nvPr/>
        </p:nvSpPr>
        <p:spPr>
          <a:xfrm>
            <a:off x="8259318" y="3343047"/>
            <a:ext cx="1384218" cy="954633"/>
          </a:xfrm>
          <a:custGeom>
            <a:avLst/>
            <a:gdLst>
              <a:gd name="txL" fmla="*/ w 16759 100000"/>
              <a:gd name="txT" fmla="*/ h 19950 100000"/>
              <a:gd name="txR" fmla="*/ w 83241 100000"/>
              <a:gd name="txB" fmla="*/ h 80100 100000"/>
            </a:gdLst>
            <a:ahLst/>
            <a:cxnLst/>
            <a:rect l="txL" t="txT" r="txR" b="txB"/>
            <a:pathLst>
              <a:path w="1384218" h="954633">
                <a:moveTo>
                  <a:pt x="1384218" y="477316"/>
                </a:moveTo>
                <a:cubicBezTo>
                  <a:pt x="1384218" y="740931"/>
                  <a:pt x="1074350" y="954633"/>
                  <a:pt x="692109" y="954633"/>
                </a:cubicBezTo>
                <a:cubicBezTo>
                  <a:pt x="309868" y="954633"/>
                  <a:pt x="0" y="740931"/>
                  <a:pt x="0" y="477317"/>
                </a:cubicBezTo>
                <a:cubicBezTo>
                  <a:pt x="0" y="213702"/>
                  <a:pt x="309868" y="0"/>
                  <a:pt x="692109" y="0"/>
                </a:cubicBezTo>
                <a:cubicBezTo>
                  <a:pt x="1074350" y="0"/>
                  <a:pt x="1384218" y="213702"/>
                  <a:pt x="1384218" y="47731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91294" y="3533497"/>
            <a:ext cx="920266" cy="574211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 held steady through a…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59318" y="4352544"/>
            <a:ext cx="138421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1.51 x 1.04 in
30 chars at 11 pt</a:t>
            </a:r>
          </a:p>
        </p:txBody>
      </p:sp>
      <p:sp>
        <p:nvSpPr>
          <p:cNvPr id="41" name="ellipse 0.5"/>
          <p:cNvSpPr/>
          <p:nvPr/>
        </p:nvSpPr>
        <p:spPr>
          <a:xfrm>
            <a:off x="9872136" y="3634740"/>
            <a:ext cx="961263" cy="662940"/>
          </a:xfrm>
          <a:custGeom>
            <a:avLst/>
            <a:gdLst>
              <a:gd name="txL" fmla="*/ w 16759 100000"/>
              <a:gd name="txT" fmla="*/ h 19950 100000"/>
              <a:gd name="txR" fmla="*/ w 83241 100000"/>
              <a:gd name="txB" fmla="*/ h 80100 100000"/>
            </a:gdLst>
            <a:ahLst/>
            <a:cxnLst/>
            <a:rect l="txL" t="txT" r="txR" b="txB"/>
            <a:pathLst>
              <a:path w="961263" h="662940">
                <a:moveTo>
                  <a:pt x="961263" y="331470"/>
                </a:moveTo>
                <a:cubicBezTo>
                  <a:pt x="961263" y="514536"/>
                  <a:pt x="746077" y="662940"/>
                  <a:pt x="480632" y="662940"/>
                </a:cubicBezTo>
                <a:cubicBezTo>
                  <a:pt x="215186" y="662940"/>
                  <a:pt x="0" y="514536"/>
                  <a:pt x="0" y="331470"/>
                </a:cubicBezTo>
                <a:cubicBezTo>
                  <a:pt x="0" y="148404"/>
                  <a:pt x="215186" y="0"/>
                  <a:pt x="480631" y="0"/>
                </a:cubicBezTo>
                <a:cubicBezTo>
                  <a:pt x="746077" y="0"/>
                  <a:pt x="961263" y="148404"/>
                  <a:pt x="961263" y="33147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33231" y="3766997"/>
            <a:ext cx="639073" cy="398757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Orders held…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2136" y="4352544"/>
            <a:ext cx="96126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1.05 x 0.72 in
17 chars at 9 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" y="470916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circle</a:t>
            </a:r>
          </a:p>
        </p:txBody>
      </p:sp>
      <p:sp>
        <p:nvSpPr>
          <p:cNvPr id="45" name="circle 1.0"/>
          <p:cNvSpPr/>
          <p:nvPr/>
        </p:nvSpPr>
        <p:spPr>
          <a:xfrm>
            <a:off x="301752" y="4983480"/>
            <a:ext cx="1325880" cy="1325880"/>
          </a:xfrm>
          <a:custGeom>
            <a:avLst/>
            <a:gdLst>
              <a:gd name="txL" fmla="*/ w 20000 100000"/>
              <a:gd name="txT" fmla="*/ h 17500 100000"/>
              <a:gd name="txR" fmla="*/ w 80000 100000"/>
              <a:gd name="txB" fmla="*/ h 82500 100000"/>
            </a:gdLst>
            <a:ahLst/>
            <a:cxnLst/>
            <a:rect l="txL" t="txT" r="txR" b="txB"/>
            <a:pathLst>
              <a:path w="1325880" h="1325880">
                <a:moveTo>
                  <a:pt x="1325880" y="662940"/>
                </a:moveTo>
                <a:cubicBezTo>
                  <a:pt x="1325880" y="1029072"/>
                  <a:pt x="1029072" y="1325880"/>
                  <a:pt x="662940" y="1325880"/>
                </a:cubicBezTo>
                <a:cubicBezTo>
                  <a:pt x="296808" y="1325880"/>
                  <a:pt x="0" y="1029072"/>
                  <a:pt x="0" y="662940"/>
                </a:cubicBezTo>
                <a:cubicBezTo>
                  <a:pt x="0" y="296808"/>
                  <a:pt x="296808" y="0"/>
                  <a:pt x="662940" y="0"/>
                </a:cubicBezTo>
                <a:cubicBezTo>
                  <a:pt x="1029072" y="0"/>
                  <a:pt x="1325880" y="296808"/>
                  <a:pt x="1325880" y="6629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5215509"/>
            <a:ext cx="795527" cy="861821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 held steady…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" y="6364224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1.45 x 1.45 in
27 chars at 14 pt</a:t>
            </a:r>
          </a:p>
        </p:txBody>
      </p:sp>
      <p:sp>
        <p:nvSpPr>
          <p:cNvPr id="48" name="circle 0.72"/>
          <p:cNvSpPr/>
          <p:nvPr/>
        </p:nvSpPr>
        <p:spPr>
          <a:xfrm>
            <a:off x="1856232" y="5354727"/>
            <a:ext cx="954633" cy="954633"/>
          </a:xfrm>
          <a:custGeom>
            <a:avLst/>
            <a:gdLst>
              <a:gd name="txL" fmla="*/ w 20000 100000"/>
              <a:gd name="txT" fmla="*/ h 17500 100000"/>
              <a:gd name="txR" fmla="*/ w 80000 100000"/>
              <a:gd name="txB" fmla="*/ h 82500 100000"/>
            </a:gdLst>
            <a:ahLst/>
            <a:cxnLst/>
            <a:rect l="txL" t="txT" r="txR" b="txB"/>
            <a:pathLst>
              <a:path w="954633" h="954633">
                <a:moveTo>
                  <a:pt x="954633" y="477316"/>
                </a:moveTo>
                <a:cubicBezTo>
                  <a:pt x="954633" y="740931"/>
                  <a:pt x="740931" y="954633"/>
                  <a:pt x="477317" y="954633"/>
                </a:cubicBezTo>
                <a:cubicBezTo>
                  <a:pt x="213702" y="954633"/>
                  <a:pt x="0" y="740931"/>
                  <a:pt x="0" y="477317"/>
                </a:cubicBezTo>
                <a:cubicBezTo>
                  <a:pt x="0" y="213702"/>
                  <a:pt x="213702" y="0"/>
                  <a:pt x="477316" y="0"/>
                </a:cubicBezTo>
                <a:cubicBezTo>
                  <a:pt x="740931" y="0"/>
                  <a:pt x="954633" y="213702"/>
                  <a:pt x="954633" y="47731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47159" y="5521788"/>
            <a:ext cx="572779" cy="620511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 held…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56232" y="6364224"/>
            <a:ext cx="95463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1.04 x 1.04 in
17 chars at 11 pt</a:t>
            </a:r>
          </a:p>
        </p:txBody>
      </p:sp>
      <p:sp>
        <p:nvSpPr>
          <p:cNvPr id="51" name="circle 0.5"/>
          <p:cNvSpPr/>
          <p:nvPr/>
        </p:nvSpPr>
        <p:spPr>
          <a:xfrm>
            <a:off x="3039465" y="5646420"/>
            <a:ext cx="662940" cy="662940"/>
          </a:xfrm>
          <a:custGeom>
            <a:avLst/>
            <a:gdLst>
              <a:gd name="txL" fmla="*/ w 20000 100000"/>
              <a:gd name="txT" fmla="*/ h 17500 100000"/>
              <a:gd name="txR" fmla="*/ w 80000 100000"/>
              <a:gd name="txB" fmla="*/ h 82500 100000"/>
            </a:gdLst>
            <a:ahLst/>
            <a:cxnLst/>
            <a:rect l="txL" t="txT" r="txR" b="txB"/>
            <a:pathLst>
              <a:path w="662940" h="662940">
                <a:moveTo>
                  <a:pt x="662940" y="331470"/>
                </a:moveTo>
                <a:cubicBezTo>
                  <a:pt x="662940" y="514536"/>
                  <a:pt x="514536" y="662940"/>
                  <a:pt x="331470" y="662940"/>
                </a:cubicBezTo>
                <a:cubicBezTo>
                  <a:pt x="148404" y="662940"/>
                  <a:pt x="0" y="514536"/>
                  <a:pt x="0" y="331470"/>
                </a:cubicBezTo>
                <a:cubicBezTo>
                  <a:pt x="0" y="148404"/>
                  <a:pt x="148404" y="0"/>
                  <a:pt x="331470" y="0"/>
                </a:cubicBezTo>
                <a:cubicBezTo>
                  <a:pt x="514536" y="0"/>
                  <a:pt x="662940" y="148404"/>
                  <a:pt x="662940" y="33147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72053" y="5762435"/>
            <a:ext cx="397763" cy="430910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Orders held…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39465" y="636422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0.72 x 0.72 in
15 chars at 9 pt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08192" y="470916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drop</a:t>
            </a:r>
          </a:p>
        </p:txBody>
      </p:sp>
      <p:sp>
        <p:nvSpPr>
          <p:cNvPr id="55" name="drop 1.0"/>
          <p:cNvSpPr/>
          <p:nvPr/>
        </p:nvSpPr>
        <p:spPr>
          <a:xfrm>
            <a:off x="6108192" y="4983480"/>
            <a:ext cx="835304" cy="1325880"/>
          </a:xfrm>
          <a:custGeom>
            <a:avLst/>
            <a:gdLst>
              <a:gd name="txL" fmla="*/ w 15905 100000"/>
              <a:gd name="txT" fmla="*/ h 39520 100000"/>
              <a:gd name="txR" fmla="*/ w 84095 100000"/>
              <a:gd name="txB" fmla="*/ h 85980 100000"/>
            </a:gdLst>
            <a:ahLst/>
            <a:cxnLst/>
            <a:rect l="txL" t="txT" r="txR" b="txB"/>
            <a:pathLst>
              <a:path w="835304" h="1325880">
                <a:moveTo>
                  <a:pt x="417652" y="0"/>
                </a:moveTo>
                <a:cubicBezTo>
                  <a:pt x="526845" y="161885"/>
                  <a:pt x="835304" y="472278"/>
                  <a:pt x="835304" y="908228"/>
                </a:cubicBezTo>
                <a:cubicBezTo>
                  <a:pt x="835304" y="1138891"/>
                  <a:pt x="648315" y="1325880"/>
                  <a:pt x="417652" y="1325880"/>
                </a:cubicBezTo>
                <a:cubicBezTo>
                  <a:pt x="186989" y="1325880"/>
                  <a:pt x="0" y="1138891"/>
                  <a:pt x="0" y="908228"/>
                </a:cubicBezTo>
                <a:cubicBezTo>
                  <a:pt x="0" y="472278"/>
                  <a:pt x="308459" y="161885"/>
                  <a:pt x="4176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41046" y="5507468"/>
            <a:ext cx="569597" cy="616003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08192" y="636422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0.91 x 1.45 in
10 chars at 14 pt</a:t>
            </a:r>
          </a:p>
        </p:txBody>
      </p:sp>
      <p:sp>
        <p:nvSpPr>
          <p:cNvPr id="58" name="drop 0.72"/>
          <p:cNvSpPr/>
          <p:nvPr/>
        </p:nvSpPr>
        <p:spPr>
          <a:xfrm>
            <a:off x="7205472" y="5354727"/>
            <a:ext cx="601419" cy="954633"/>
          </a:xfrm>
          <a:custGeom>
            <a:avLst/>
            <a:gdLst>
              <a:gd name="txL" fmla="*/ w 15905 100000"/>
              <a:gd name="txT" fmla="*/ h 39520 100000"/>
              <a:gd name="txR" fmla="*/ w 84095 100000"/>
              <a:gd name="txB" fmla="*/ h 85980 100000"/>
            </a:gdLst>
            <a:ahLst/>
            <a:cxnLst/>
            <a:rect l="txL" t="txT" r="txR" b="txB"/>
            <a:pathLst>
              <a:path w="601419" h="954633">
                <a:moveTo>
                  <a:pt x="300710" y="0"/>
                </a:moveTo>
                <a:cubicBezTo>
                  <a:pt x="379328" y="116557"/>
                  <a:pt x="601419" y="340040"/>
                  <a:pt x="601419" y="653924"/>
                </a:cubicBezTo>
                <a:cubicBezTo>
                  <a:pt x="601419" y="820001"/>
                  <a:pt x="466787" y="954633"/>
                  <a:pt x="300710" y="954633"/>
                </a:cubicBezTo>
                <a:cubicBezTo>
                  <a:pt x="134632" y="954633"/>
                  <a:pt x="0" y="820001"/>
                  <a:pt x="0" y="653924"/>
                </a:cubicBezTo>
                <a:cubicBezTo>
                  <a:pt x="0" y="340040"/>
                  <a:pt x="222091" y="116557"/>
                  <a:pt x="30071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01127" y="5731998"/>
            <a:ext cx="410109" cy="443522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05472" y="636422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0.66 x 1.04 in
8 chars at 11 pt</a:t>
            </a:r>
          </a:p>
        </p:txBody>
      </p:sp>
      <p:sp>
        <p:nvSpPr>
          <p:cNvPr id="61" name="drop 0.5"/>
          <p:cNvSpPr/>
          <p:nvPr/>
        </p:nvSpPr>
        <p:spPr>
          <a:xfrm>
            <a:off x="8302752" y="5646420"/>
            <a:ext cx="417652" cy="662940"/>
          </a:xfrm>
          <a:custGeom>
            <a:avLst/>
            <a:gdLst>
              <a:gd name="txL" fmla="*/ w 15905 100000"/>
              <a:gd name="txT" fmla="*/ h 39520 100000"/>
              <a:gd name="txR" fmla="*/ w 84095 100000"/>
              <a:gd name="txB" fmla="*/ h 85980 100000"/>
            </a:gdLst>
            <a:ahLst/>
            <a:cxnLst/>
            <a:rect l="txL" t="txT" r="txR" b="txB"/>
            <a:pathLst>
              <a:path w="417652" h="662940">
                <a:moveTo>
                  <a:pt x="208826" y="0"/>
                </a:moveTo>
                <a:cubicBezTo>
                  <a:pt x="263422" y="80943"/>
                  <a:pt x="417652" y="236139"/>
                  <a:pt x="417652" y="454114"/>
                </a:cubicBezTo>
                <a:cubicBezTo>
                  <a:pt x="417652" y="569445"/>
                  <a:pt x="324157" y="662940"/>
                  <a:pt x="208826" y="662940"/>
                </a:cubicBezTo>
                <a:cubicBezTo>
                  <a:pt x="93495" y="662940"/>
                  <a:pt x="0" y="569445"/>
                  <a:pt x="0" y="454114"/>
                </a:cubicBezTo>
                <a:cubicBezTo>
                  <a:pt x="0" y="236139"/>
                  <a:pt x="154230" y="80943"/>
                  <a:pt x="20882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69179" y="5908414"/>
            <a:ext cx="284798" cy="308001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02752" y="636422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0.46 x 0.72 in
6 chars at 9 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228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Shapes library: container silhouettes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2743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>
                <a:solidFill>
                  <a:schemeClr val="accent3"/>
                </a:solidFill>
              </a:rPr>
              <a:t>Dashed: safe text box, sample text cut to its limit · 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" y="68580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drop, tilt 18</a:t>
            </a:r>
          </a:p>
        </p:txBody>
      </p:sp>
      <p:sp>
        <p:nvSpPr>
          <p:cNvPr id="5" name="drop 1.0"/>
          <p:cNvSpPr/>
          <p:nvPr/>
        </p:nvSpPr>
        <p:spPr>
          <a:xfrm>
            <a:off x="301752" y="960120"/>
            <a:ext cx="890971" cy="1325880"/>
          </a:xfrm>
          <a:custGeom>
            <a:avLst/>
            <a:gdLst>
              <a:gd name="txL" fmla="*/ w 21858 100000"/>
              <a:gd name="txT" fmla="*/ h 40188 100000"/>
              <a:gd name="txR" fmla="*/ w 83055 100000"/>
              <a:gd name="txB" fmla="*/ h 84312 100000"/>
            </a:gdLst>
            <a:ahLst/>
            <a:cxnLst/>
            <a:rect l="txL" t="txT" r="txR" b="txB"/>
            <a:pathLst>
              <a:path w="890971" h="1325880">
                <a:moveTo>
                  <a:pt x="722587" y="0"/>
                </a:moveTo>
                <a:cubicBezTo>
                  <a:pt x="778273" y="194199"/>
                  <a:pt x="982549" y="598231"/>
                  <a:pt x="843173" y="1027188"/>
                </a:cubicBezTo>
                <a:cubicBezTo>
                  <a:pt x="769428" y="1254151"/>
                  <a:pt x="525655" y="1378360"/>
                  <a:pt x="298692" y="1304615"/>
                </a:cubicBezTo>
                <a:cubicBezTo>
                  <a:pt x="71729" y="1230870"/>
                  <a:pt x="-52480" y="987098"/>
                  <a:pt x="21265" y="760134"/>
                </a:cubicBezTo>
                <a:cubicBezTo>
                  <a:pt x="160642" y="331177"/>
                  <a:pt x="563389" y="124379"/>
                  <a:pt x="72258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6497" y="1492964"/>
            <a:ext cx="545255" cy="585032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340864"/>
            <a:ext cx="89097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0.97 x 1.45 in
8 chars at 14 pt</a:t>
            </a:r>
          </a:p>
        </p:txBody>
      </p:sp>
      <p:sp>
        <p:nvSpPr>
          <p:cNvPr id="8" name="drop 0.72"/>
          <p:cNvSpPr/>
          <p:nvPr/>
        </p:nvSpPr>
        <p:spPr>
          <a:xfrm>
            <a:off x="1421323" y="1331367"/>
            <a:ext cx="641499" cy="954633"/>
          </a:xfrm>
          <a:custGeom>
            <a:avLst/>
            <a:gdLst>
              <a:gd name="txL" fmla="*/ w 21858 100000"/>
              <a:gd name="txT" fmla="*/ h 40188 100000"/>
              <a:gd name="txR" fmla="*/ w 83055 100000"/>
              <a:gd name="txB" fmla="*/ h 84312 100000"/>
            </a:gdLst>
            <a:ahLst/>
            <a:cxnLst/>
            <a:rect l="txL" t="txT" r="txR" b="txB"/>
            <a:pathLst>
              <a:path w="641499" h="954633">
                <a:moveTo>
                  <a:pt x="520263" y="0"/>
                </a:moveTo>
                <a:cubicBezTo>
                  <a:pt x="560356" y="139823"/>
                  <a:pt x="707435" y="430726"/>
                  <a:pt x="607084" y="739575"/>
                </a:cubicBezTo>
                <a:cubicBezTo>
                  <a:pt x="553988" y="902988"/>
                  <a:pt x="378472" y="992418"/>
                  <a:pt x="215058" y="939322"/>
                </a:cubicBezTo>
                <a:cubicBezTo>
                  <a:pt x="51645" y="886226"/>
                  <a:pt x="-37785" y="710710"/>
                  <a:pt x="15311" y="547296"/>
                </a:cubicBezTo>
                <a:cubicBezTo>
                  <a:pt x="115662" y="238447"/>
                  <a:pt x="405640" y="89553"/>
                  <a:pt x="52026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61539" y="1715015"/>
            <a:ext cx="392584" cy="421222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1323" y="234086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0.70 x 1.04 in
8 chars at 11 pt</a:t>
            </a:r>
          </a:p>
        </p:txBody>
      </p:sp>
      <p:sp>
        <p:nvSpPr>
          <p:cNvPr id="11" name="drop 0.5"/>
          <p:cNvSpPr/>
          <p:nvPr/>
        </p:nvSpPr>
        <p:spPr>
          <a:xfrm>
            <a:off x="2518603" y="1623060"/>
            <a:ext cx="445485" cy="662940"/>
          </a:xfrm>
          <a:custGeom>
            <a:avLst/>
            <a:gdLst>
              <a:gd name="txL" fmla="*/ w 21858 100000"/>
              <a:gd name="txT" fmla="*/ h 40188 100000"/>
              <a:gd name="txR" fmla="*/ w 83056 100000"/>
              <a:gd name="txB" fmla="*/ h 84312 100000"/>
            </a:gdLst>
            <a:ahLst/>
            <a:cxnLst/>
            <a:rect l="txL" t="txT" r="txR" b="txB"/>
            <a:pathLst>
              <a:path w="445485" h="662940">
                <a:moveTo>
                  <a:pt x="361293" y="0"/>
                </a:moveTo>
                <a:cubicBezTo>
                  <a:pt x="389136" y="97099"/>
                  <a:pt x="491274" y="299115"/>
                  <a:pt x="421586" y="513594"/>
                </a:cubicBezTo>
                <a:cubicBezTo>
                  <a:pt x="384713" y="627076"/>
                  <a:pt x="262827" y="689180"/>
                  <a:pt x="149346" y="652307"/>
                </a:cubicBezTo>
                <a:cubicBezTo>
                  <a:pt x="35864" y="615435"/>
                  <a:pt x="-26240" y="493549"/>
                  <a:pt x="10633" y="380067"/>
                </a:cubicBezTo>
                <a:cubicBezTo>
                  <a:pt x="80321" y="165588"/>
                  <a:pt x="281694" y="62189"/>
                  <a:pt x="36129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976" y="1889482"/>
            <a:ext cx="272627" cy="292516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8603" y="234086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0.49 x 0.72 in
6 chars at 9 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68580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cloud</a:t>
            </a:r>
          </a:p>
        </p:txBody>
      </p:sp>
      <p:sp>
        <p:nvSpPr>
          <p:cNvPr id="15" name="cloud 1.0"/>
          <p:cNvSpPr/>
          <p:nvPr/>
        </p:nvSpPr>
        <p:spPr>
          <a:xfrm>
            <a:off x="6108192" y="960120"/>
            <a:ext cx="2225918" cy="1325880"/>
          </a:xfrm>
          <a:custGeom>
            <a:avLst/>
            <a:gdLst>
              <a:gd name="txL" fmla="*/ w 19383 100000"/>
              <a:gd name="txT" fmla="*/ h 35058 100000"/>
              <a:gd name="txR" fmla="*/ w 86117 100000"/>
              <a:gd name="txB" fmla="*/ h 90853 100000"/>
            </a:gdLst>
            <a:ahLst/>
            <a:cxnLst/>
            <a:rect l="txL" t="txT" r="txR" b="txB"/>
            <a:pathLst>
              <a:path w="2225918" h="1325880">
                <a:moveTo>
                  <a:pt x="340576" y="1325880"/>
                </a:moveTo>
                <a:lnTo>
                  <a:pt x="1739364" y="1325880"/>
                </a:lnTo>
                <a:cubicBezTo>
                  <a:pt x="1939385" y="1325880"/>
                  <a:pt x="2119025" y="1203464"/>
                  <a:pt x="2192186" y="1017304"/>
                </a:cubicBezTo>
                <a:cubicBezTo>
                  <a:pt x="2265347" y="831144"/>
                  <a:pt x="2217120" y="619176"/>
                  <a:pt x="2070619" y="482993"/>
                </a:cubicBezTo>
                <a:cubicBezTo>
                  <a:pt x="1924119" y="346810"/>
                  <a:pt x="1709199" y="314164"/>
                  <a:pt x="1528868" y="400701"/>
                </a:cubicBezTo>
                <a:cubicBezTo>
                  <a:pt x="1421144" y="116256"/>
                  <a:pt x="1123075" y="-48128"/>
                  <a:pt x="825025" y="12534"/>
                </a:cubicBezTo>
                <a:cubicBezTo>
                  <a:pt x="526975" y="73196"/>
                  <a:pt x="316871" y="341008"/>
                  <a:pt x="328897" y="644931"/>
                </a:cubicBezTo>
                <a:cubicBezTo>
                  <a:pt x="143189" y="651302"/>
                  <a:pt x="-3135" y="805355"/>
                  <a:pt x="51" y="991145"/>
                </a:cubicBezTo>
                <a:cubicBezTo>
                  <a:pt x="3237" y="1176935"/>
                  <a:pt x="154758" y="1325880"/>
                  <a:pt x="340576" y="13258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9634" y="1424951"/>
            <a:ext cx="1485460" cy="739777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 held steady through a grey…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2340864"/>
            <a:ext cx="222591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2.43 x 1.45 in
40 chars at 14 pt</a:t>
            </a:r>
          </a:p>
        </p:txBody>
      </p:sp>
      <p:sp>
        <p:nvSpPr>
          <p:cNvPr id="18" name="cloud 0.72"/>
          <p:cNvSpPr/>
          <p:nvPr/>
        </p:nvSpPr>
        <p:spPr>
          <a:xfrm>
            <a:off x="8562710" y="1331367"/>
            <a:ext cx="1602661" cy="954633"/>
          </a:xfrm>
          <a:custGeom>
            <a:avLst/>
            <a:gdLst>
              <a:gd name="txL" fmla="*/ w 19383 100000"/>
              <a:gd name="txT" fmla="*/ h 35058 100000"/>
              <a:gd name="txR" fmla="*/ w 86117 100000"/>
              <a:gd name="txB" fmla="*/ h 90854 100000"/>
            </a:gdLst>
            <a:ahLst/>
            <a:cxnLst/>
            <a:rect l="txL" t="txT" r="txR" b="txB"/>
            <a:pathLst>
              <a:path w="1602661" h="954633">
                <a:moveTo>
                  <a:pt x="245214" y="954633"/>
                </a:moveTo>
                <a:lnTo>
                  <a:pt x="1252342" y="954633"/>
                </a:lnTo>
                <a:cubicBezTo>
                  <a:pt x="1396357" y="954633"/>
                  <a:pt x="1525698" y="866493"/>
                  <a:pt x="1578374" y="732458"/>
                </a:cubicBezTo>
                <a:cubicBezTo>
                  <a:pt x="1631050" y="598423"/>
                  <a:pt x="1596326" y="445806"/>
                  <a:pt x="1490846" y="347755"/>
                </a:cubicBezTo>
                <a:cubicBezTo>
                  <a:pt x="1385366" y="249703"/>
                  <a:pt x="1230624" y="226198"/>
                  <a:pt x="1100785" y="288505"/>
                </a:cubicBezTo>
                <a:cubicBezTo>
                  <a:pt x="1023224" y="83704"/>
                  <a:pt x="808614" y="-34652"/>
                  <a:pt x="594018" y="9024"/>
                </a:cubicBezTo>
                <a:cubicBezTo>
                  <a:pt x="379422" y="52701"/>
                  <a:pt x="228147" y="245526"/>
                  <a:pt x="236806" y="464350"/>
                </a:cubicBezTo>
                <a:cubicBezTo>
                  <a:pt x="103096" y="468937"/>
                  <a:pt x="-2257" y="579855"/>
                  <a:pt x="37" y="713624"/>
                </a:cubicBezTo>
                <a:cubicBezTo>
                  <a:pt x="2331" y="847393"/>
                  <a:pt x="111426" y="954633"/>
                  <a:pt x="245214" y="95463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73348" y="1666045"/>
            <a:ext cx="1069531" cy="532640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 held steady through a grey…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2710" y="2340864"/>
            <a:ext cx="160266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1.75 x 1.04 in
35 chars at 11 pt</a:t>
            </a:r>
          </a:p>
        </p:txBody>
      </p:sp>
      <p:sp>
        <p:nvSpPr>
          <p:cNvPr id="21" name="cloud 0.5"/>
          <p:cNvSpPr/>
          <p:nvPr/>
        </p:nvSpPr>
        <p:spPr>
          <a:xfrm>
            <a:off x="10393971" y="1623060"/>
            <a:ext cx="1112959" cy="662940"/>
          </a:xfrm>
          <a:custGeom>
            <a:avLst/>
            <a:gdLst>
              <a:gd name="txL" fmla="*/ w 19383 100000"/>
              <a:gd name="txT" fmla="*/ h 35058 100000"/>
              <a:gd name="txR" fmla="*/ w 86117 100000"/>
              <a:gd name="txB" fmla="*/ h 90853 100000"/>
            </a:gdLst>
            <a:ahLst/>
            <a:cxnLst/>
            <a:rect l="txL" t="txT" r="txR" b="txB"/>
            <a:pathLst>
              <a:path w="1112959" h="662940">
                <a:moveTo>
                  <a:pt x="170288" y="662940"/>
                </a:moveTo>
                <a:lnTo>
                  <a:pt x="869682" y="662940"/>
                </a:lnTo>
                <a:cubicBezTo>
                  <a:pt x="969692" y="662940"/>
                  <a:pt x="1059512" y="601732"/>
                  <a:pt x="1096093" y="508652"/>
                </a:cubicBezTo>
                <a:cubicBezTo>
                  <a:pt x="1132673" y="415572"/>
                  <a:pt x="1108560" y="309588"/>
                  <a:pt x="1035310" y="241496"/>
                </a:cubicBezTo>
                <a:cubicBezTo>
                  <a:pt x="962060" y="173405"/>
                  <a:pt x="854600" y="157082"/>
                  <a:pt x="764434" y="200351"/>
                </a:cubicBezTo>
                <a:cubicBezTo>
                  <a:pt x="710572" y="58128"/>
                  <a:pt x="561538" y="-24064"/>
                  <a:pt x="412513" y="6267"/>
                </a:cubicBezTo>
                <a:cubicBezTo>
                  <a:pt x="263488" y="36598"/>
                  <a:pt x="158436" y="170504"/>
                  <a:pt x="164449" y="322465"/>
                </a:cubicBezTo>
                <a:cubicBezTo>
                  <a:pt x="71595" y="325651"/>
                  <a:pt x="-1568" y="402678"/>
                  <a:pt x="26" y="495573"/>
                </a:cubicBezTo>
                <a:cubicBezTo>
                  <a:pt x="1619" y="588468"/>
                  <a:pt x="77379" y="662940"/>
                  <a:pt x="170288" y="66294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9692" y="1855476"/>
            <a:ext cx="742730" cy="369888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Orders held steady…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93971" y="2340864"/>
            <a:ext cx="1112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1.22 x 0.72 in
20 chars at 9 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" y="269748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cloud, 4 lobes, flipped</a:t>
            </a:r>
          </a:p>
        </p:txBody>
      </p:sp>
      <p:sp>
        <p:nvSpPr>
          <p:cNvPr id="25" name="cloud 1.0"/>
          <p:cNvSpPr/>
          <p:nvPr/>
        </p:nvSpPr>
        <p:spPr>
          <a:xfrm>
            <a:off x="301752" y="3047682"/>
            <a:ext cx="2377440" cy="1249998"/>
          </a:xfrm>
          <a:custGeom>
            <a:avLst/>
            <a:gdLst>
              <a:gd name="txL" fmla="*/ w 21103 100000"/>
              <a:gd name="txT" fmla="*/ h 22069 100000"/>
              <a:gd name="txR" fmla="*/ w 77897 100000"/>
              <a:gd name="txB" fmla="*/ h 96804 100000"/>
            </a:gdLst>
            <a:ahLst/>
            <a:cxnLst/>
            <a:rect l="txL" t="txT" r="txR" b="txB"/>
            <a:pathLst>
              <a:path w="2377440" h="1249998">
                <a:moveTo>
                  <a:pt x="1997541" y="1249998"/>
                </a:moveTo>
                <a:lnTo>
                  <a:pt x="367651" y="1249998"/>
                </a:lnTo>
                <a:cubicBezTo>
                  <a:pt x="171534" y="1249998"/>
                  <a:pt x="9945" y="1096060"/>
                  <a:pt x="439" y="900174"/>
                </a:cubicBezTo>
                <a:cubicBezTo>
                  <a:pt x="-9067" y="704288"/>
                  <a:pt x="136858" y="535427"/>
                  <a:pt x="332053" y="516437"/>
                </a:cubicBezTo>
                <a:cubicBezTo>
                  <a:pt x="344775" y="325519"/>
                  <a:pt x="459988" y="156498"/>
                  <a:pt x="633046" y="74873"/>
                </a:cubicBezTo>
                <a:cubicBezTo>
                  <a:pt x="806103" y="-6753"/>
                  <a:pt x="1009809" y="11843"/>
                  <a:pt x="1165226" y="123456"/>
                </a:cubicBezTo>
                <a:cubicBezTo>
                  <a:pt x="1312083" y="-4364"/>
                  <a:pt x="1519564" y="-35838"/>
                  <a:pt x="1697722" y="42678"/>
                </a:cubicBezTo>
                <a:cubicBezTo>
                  <a:pt x="1875880" y="121194"/>
                  <a:pt x="1992643" y="295566"/>
                  <a:pt x="1997391" y="490200"/>
                </a:cubicBezTo>
                <a:cubicBezTo>
                  <a:pt x="2133134" y="490147"/>
                  <a:pt x="2258591" y="562525"/>
                  <a:pt x="2326493" y="680063"/>
                </a:cubicBezTo>
                <a:cubicBezTo>
                  <a:pt x="2394396" y="797602"/>
                  <a:pt x="2394424" y="942440"/>
                  <a:pt x="2326568" y="1060005"/>
                </a:cubicBezTo>
                <a:cubicBezTo>
                  <a:pt x="2258712" y="1177571"/>
                  <a:pt x="2133284" y="1249998"/>
                  <a:pt x="1997541" y="124999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3466" y="3323539"/>
            <a:ext cx="1350238" cy="934186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 held steady through a grey quarter…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" y="435254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2.60 x 1.37 in
47 chars at 14 pt</a:t>
            </a:r>
          </a:p>
        </p:txBody>
      </p:sp>
      <p:sp>
        <p:nvSpPr>
          <p:cNvPr id="28" name="cloud 0.72"/>
          <p:cNvSpPr/>
          <p:nvPr/>
        </p:nvSpPr>
        <p:spPr>
          <a:xfrm>
            <a:off x="2907792" y="3397682"/>
            <a:ext cx="1711756" cy="899998"/>
          </a:xfrm>
          <a:custGeom>
            <a:avLst/>
            <a:gdLst>
              <a:gd name="txL" fmla="*/ w 21103 100000"/>
              <a:gd name="txT" fmla="*/ h 22069 100000"/>
              <a:gd name="txR" fmla="*/ w 77897 100000"/>
              <a:gd name="txB" fmla="*/ h 96804 100000"/>
            </a:gdLst>
            <a:ahLst/>
            <a:cxnLst/>
            <a:rect l="txL" t="txT" r="txR" b="txB"/>
            <a:pathLst>
              <a:path w="1711756" h="899998">
                <a:moveTo>
                  <a:pt x="1438229" y="899998"/>
                </a:moveTo>
                <a:lnTo>
                  <a:pt x="264709" y="899998"/>
                </a:lnTo>
                <a:cubicBezTo>
                  <a:pt x="123505" y="899998"/>
                  <a:pt x="7160" y="789163"/>
                  <a:pt x="316" y="648125"/>
                </a:cubicBezTo>
                <a:cubicBezTo>
                  <a:pt x="-6528" y="507087"/>
                  <a:pt x="98537" y="385507"/>
                  <a:pt x="239078" y="371835"/>
                </a:cubicBezTo>
                <a:cubicBezTo>
                  <a:pt x="248238" y="234373"/>
                  <a:pt x="331191" y="112679"/>
                  <a:pt x="455793" y="53908"/>
                </a:cubicBezTo>
                <a:cubicBezTo>
                  <a:pt x="580394" y="-4862"/>
                  <a:pt x="727062" y="8527"/>
                  <a:pt x="838962" y="88888"/>
                </a:cubicBezTo>
                <a:cubicBezTo>
                  <a:pt x="944700" y="-3142"/>
                  <a:pt x="1094086" y="-25803"/>
                  <a:pt x="1222360" y="30728"/>
                </a:cubicBezTo>
                <a:cubicBezTo>
                  <a:pt x="1350633" y="87260"/>
                  <a:pt x="1434702" y="212807"/>
                  <a:pt x="1438121" y="352944"/>
                </a:cubicBezTo>
                <a:cubicBezTo>
                  <a:pt x="1535856" y="352905"/>
                  <a:pt x="1626185" y="405017"/>
                  <a:pt x="1675074" y="489645"/>
                </a:cubicBezTo>
                <a:cubicBezTo>
                  <a:pt x="1723964" y="574273"/>
                  <a:pt x="1723984" y="678556"/>
                  <a:pt x="1675128" y="763203"/>
                </a:cubicBezTo>
                <a:cubicBezTo>
                  <a:pt x="1626272" y="847850"/>
                  <a:pt x="1535963" y="899998"/>
                  <a:pt x="1438229" y="89999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69026" y="3596299"/>
            <a:ext cx="972170" cy="672613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 held steady through a grey quarter…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07792" y="4352544"/>
            <a:ext cx="171175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1.87 x 0.98 in
44 chars at 11 pt</a:t>
            </a:r>
          </a:p>
        </p:txBody>
      </p:sp>
      <p:sp>
        <p:nvSpPr>
          <p:cNvPr id="31" name="cloud 0.5"/>
          <p:cNvSpPr/>
          <p:nvPr/>
        </p:nvSpPr>
        <p:spPr>
          <a:xfrm>
            <a:off x="4848148" y="3672681"/>
            <a:ext cx="1188720" cy="624999"/>
          </a:xfrm>
          <a:custGeom>
            <a:avLst/>
            <a:gdLst>
              <a:gd name="txL" fmla="*/ w 21103 100000"/>
              <a:gd name="txT" fmla="*/ h 22069 100000"/>
              <a:gd name="txR" fmla="*/ w 77897 100000"/>
              <a:gd name="txB" fmla="*/ h 96804 100000"/>
            </a:gdLst>
            <a:ahLst/>
            <a:cxnLst/>
            <a:rect l="txL" t="txT" r="txR" b="txB"/>
            <a:pathLst>
              <a:path w="1188720" h="624999">
                <a:moveTo>
                  <a:pt x="998770" y="624999"/>
                </a:moveTo>
                <a:lnTo>
                  <a:pt x="183826" y="624999"/>
                </a:lnTo>
                <a:cubicBezTo>
                  <a:pt x="85767" y="624999"/>
                  <a:pt x="4973" y="548030"/>
                  <a:pt x="220" y="450087"/>
                </a:cubicBezTo>
                <a:cubicBezTo>
                  <a:pt x="-4533" y="352144"/>
                  <a:pt x="68429" y="267713"/>
                  <a:pt x="166026" y="258219"/>
                </a:cubicBezTo>
                <a:cubicBezTo>
                  <a:pt x="172388" y="162759"/>
                  <a:pt x="229994" y="78249"/>
                  <a:pt x="316523" y="37436"/>
                </a:cubicBezTo>
                <a:cubicBezTo>
                  <a:pt x="403052" y="-3377"/>
                  <a:pt x="504905" y="5922"/>
                  <a:pt x="582613" y="61728"/>
                </a:cubicBezTo>
                <a:cubicBezTo>
                  <a:pt x="656042" y="-2182"/>
                  <a:pt x="759782" y="-17919"/>
                  <a:pt x="848861" y="21339"/>
                </a:cubicBezTo>
                <a:cubicBezTo>
                  <a:pt x="937940" y="60597"/>
                  <a:pt x="996321" y="147783"/>
                  <a:pt x="998696" y="245100"/>
                </a:cubicBezTo>
                <a:cubicBezTo>
                  <a:pt x="1066567" y="245073"/>
                  <a:pt x="1129296" y="281262"/>
                  <a:pt x="1163247" y="340032"/>
                </a:cubicBezTo>
                <a:cubicBezTo>
                  <a:pt x="1197198" y="398801"/>
                  <a:pt x="1197212" y="471220"/>
                  <a:pt x="1163284" y="530003"/>
                </a:cubicBezTo>
                <a:cubicBezTo>
                  <a:pt x="1129356" y="588785"/>
                  <a:pt x="1066642" y="624999"/>
                  <a:pt x="998770" y="62499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99005" y="3810610"/>
            <a:ext cx="675119" cy="467092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Orders held steady through…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8148" y="435254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1.30 x 0.68 in
28 chars at 9 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8192" y="269748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blob, seed 1</a:t>
            </a:r>
          </a:p>
        </p:txBody>
      </p:sp>
      <p:sp>
        <p:nvSpPr>
          <p:cNvPr id="35" name="blob 1.0"/>
          <p:cNvSpPr/>
          <p:nvPr/>
        </p:nvSpPr>
        <p:spPr>
          <a:xfrm>
            <a:off x="6108192" y="2971800"/>
            <a:ext cx="1405640" cy="1325880"/>
          </a:xfrm>
          <a:custGeom>
            <a:avLst/>
            <a:gdLst>
              <a:gd name="txL" fmla="*/ w 20773 100000"/>
              <a:gd name="txT" fmla="*/ h 20432 100000"/>
              <a:gd name="txR" fmla="*/ w 81227 100000"/>
              <a:gd name="txB" fmla="*/ h 79222 100000"/>
            </a:gdLst>
            <a:ahLst/>
            <a:cxnLst/>
            <a:rect l="txL" t="txT" r="txR" b="txB"/>
            <a:pathLst>
              <a:path w="1405640" h="1325880">
                <a:moveTo>
                  <a:pt x="1405430" y="674029"/>
                </a:moveTo>
                <a:cubicBezTo>
                  <a:pt x="1408034" y="763127"/>
                  <a:pt x="1386347" y="867511"/>
                  <a:pt x="1344365" y="944559"/>
                </a:cubicBezTo>
                <a:cubicBezTo>
                  <a:pt x="1302382" y="1021606"/>
                  <a:pt x="1223297" y="1087027"/>
                  <a:pt x="1153537" y="1136317"/>
                </a:cubicBezTo>
                <a:cubicBezTo>
                  <a:pt x="1083776" y="1185606"/>
                  <a:pt x="1002852" y="1211335"/>
                  <a:pt x="925804" y="1240294"/>
                </a:cubicBezTo>
                <a:cubicBezTo>
                  <a:pt x="848756" y="1269253"/>
                  <a:pt x="774601" y="1297598"/>
                  <a:pt x="691249" y="1310072"/>
                </a:cubicBezTo>
                <a:cubicBezTo>
                  <a:pt x="607898" y="1322545"/>
                  <a:pt x="511094" y="1335745"/>
                  <a:pt x="425694" y="1315138"/>
                </a:cubicBezTo>
                <a:cubicBezTo>
                  <a:pt x="340293" y="1294531"/>
                  <a:pt x="244566" y="1247728"/>
                  <a:pt x="178848" y="1186431"/>
                </a:cubicBezTo>
                <a:cubicBezTo>
                  <a:pt x="113129" y="1125134"/>
                  <a:pt x="60686" y="1032755"/>
                  <a:pt x="31383" y="947355"/>
                </a:cubicBezTo>
                <a:cubicBezTo>
                  <a:pt x="2080" y="861955"/>
                  <a:pt x="-4885" y="761860"/>
                  <a:pt x="3029" y="674029"/>
                </a:cubicBezTo>
                <a:cubicBezTo>
                  <a:pt x="10944" y="586199"/>
                  <a:pt x="40296" y="496504"/>
                  <a:pt x="78869" y="420373"/>
                </a:cubicBezTo>
                <a:cubicBezTo>
                  <a:pt x="117442" y="344243"/>
                  <a:pt x="173929" y="275220"/>
                  <a:pt x="234467" y="217247"/>
                </a:cubicBezTo>
                <a:cubicBezTo>
                  <a:pt x="295006" y="159274"/>
                  <a:pt x="365972" y="108573"/>
                  <a:pt x="442102" y="72535"/>
                </a:cubicBezTo>
                <a:cubicBezTo>
                  <a:pt x="518233" y="36496"/>
                  <a:pt x="606093" y="6104"/>
                  <a:pt x="691249" y="1016"/>
                </a:cubicBezTo>
                <a:cubicBezTo>
                  <a:pt x="776406" y="-4071"/>
                  <a:pt x="872885" y="9996"/>
                  <a:pt x="953041" y="42008"/>
                </a:cubicBezTo>
                <a:cubicBezTo>
                  <a:pt x="1033197" y="74021"/>
                  <a:pt x="1109569" y="131766"/>
                  <a:pt x="1172185" y="193093"/>
                </a:cubicBezTo>
                <a:cubicBezTo>
                  <a:pt x="1234801" y="254421"/>
                  <a:pt x="1289864" y="329817"/>
                  <a:pt x="1328738" y="409973"/>
                </a:cubicBezTo>
                <a:cubicBezTo>
                  <a:pt x="1367612" y="490129"/>
                  <a:pt x="1402825" y="584932"/>
                  <a:pt x="1405430" y="67402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186" y="3242710"/>
            <a:ext cx="849764" cy="779482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 held steady…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08192" y="4352544"/>
            <a:ext cx="1405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1.54 x 1.45 in
22 chars at 14 pt</a:t>
            </a:r>
          </a:p>
        </p:txBody>
      </p:sp>
      <p:sp>
        <p:nvSpPr>
          <p:cNvPr id="38" name="blob 0.72"/>
          <p:cNvSpPr/>
          <p:nvPr/>
        </p:nvSpPr>
        <p:spPr>
          <a:xfrm>
            <a:off x="7742432" y="3343047"/>
            <a:ext cx="1012061" cy="954633"/>
          </a:xfrm>
          <a:custGeom>
            <a:avLst/>
            <a:gdLst>
              <a:gd name="txL" fmla="*/ w 20773 100000"/>
              <a:gd name="txT" fmla="*/ h 20432 100000"/>
              <a:gd name="txR" fmla="*/ w 81227 100000"/>
              <a:gd name="txB" fmla="*/ h 79222 100000"/>
            </a:gdLst>
            <a:ahLst/>
            <a:cxnLst/>
            <a:rect l="txL" t="txT" r="txR" b="txB"/>
            <a:pathLst>
              <a:path w="1012061" h="954633">
                <a:moveTo>
                  <a:pt x="1011910" y="485301"/>
                </a:moveTo>
                <a:cubicBezTo>
                  <a:pt x="1013785" y="549451"/>
                  <a:pt x="998170" y="624607"/>
                  <a:pt x="967943" y="680082"/>
                </a:cubicBezTo>
                <a:cubicBezTo>
                  <a:pt x="937715" y="735556"/>
                  <a:pt x="880774" y="782659"/>
                  <a:pt x="830547" y="818148"/>
                </a:cubicBezTo>
                <a:cubicBezTo>
                  <a:pt x="780319" y="853636"/>
                  <a:pt x="722053" y="872161"/>
                  <a:pt x="666579" y="893011"/>
                </a:cubicBezTo>
                <a:cubicBezTo>
                  <a:pt x="611104" y="913862"/>
                  <a:pt x="557713" y="934270"/>
                  <a:pt x="497700" y="943251"/>
                </a:cubicBezTo>
                <a:cubicBezTo>
                  <a:pt x="437686" y="952232"/>
                  <a:pt x="367988" y="961736"/>
                  <a:pt x="306499" y="946899"/>
                </a:cubicBezTo>
                <a:cubicBezTo>
                  <a:pt x="245011" y="932062"/>
                  <a:pt x="176088" y="898364"/>
                  <a:pt x="128770" y="854230"/>
                </a:cubicBezTo>
                <a:cubicBezTo>
                  <a:pt x="81453" y="810096"/>
                  <a:pt x="43694" y="743583"/>
                  <a:pt x="22596" y="682095"/>
                </a:cubicBezTo>
                <a:cubicBezTo>
                  <a:pt x="1497" y="620607"/>
                  <a:pt x="-3517" y="548539"/>
                  <a:pt x="2181" y="485301"/>
                </a:cubicBezTo>
                <a:cubicBezTo>
                  <a:pt x="7880" y="422063"/>
                  <a:pt x="29013" y="357482"/>
                  <a:pt x="56786" y="302669"/>
                </a:cubicBezTo>
                <a:cubicBezTo>
                  <a:pt x="84558" y="247855"/>
                  <a:pt x="125229" y="198158"/>
                  <a:pt x="168817" y="156418"/>
                </a:cubicBezTo>
                <a:cubicBezTo>
                  <a:pt x="212404" y="114677"/>
                  <a:pt x="263500" y="78173"/>
                  <a:pt x="318314" y="52225"/>
                </a:cubicBezTo>
                <a:cubicBezTo>
                  <a:pt x="373128" y="26277"/>
                  <a:pt x="436387" y="4395"/>
                  <a:pt x="497700" y="732"/>
                </a:cubicBezTo>
                <a:cubicBezTo>
                  <a:pt x="559012" y="-2931"/>
                  <a:pt x="628477" y="7197"/>
                  <a:pt x="686190" y="30246"/>
                </a:cubicBezTo>
                <a:cubicBezTo>
                  <a:pt x="743902" y="53295"/>
                  <a:pt x="798890" y="94871"/>
                  <a:pt x="843974" y="139027"/>
                </a:cubicBezTo>
                <a:cubicBezTo>
                  <a:pt x="889057" y="183183"/>
                  <a:pt x="928702" y="237468"/>
                  <a:pt x="956691" y="295180"/>
                </a:cubicBezTo>
                <a:cubicBezTo>
                  <a:pt x="984681" y="352893"/>
                  <a:pt x="1010035" y="421151"/>
                  <a:pt x="1011910" y="48530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2668" y="3538102"/>
            <a:ext cx="611830" cy="561227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 held steady…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42432" y="4352544"/>
            <a:ext cx="101206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1.11 x 1.04 in
20 chars at 11 pt</a:t>
            </a:r>
          </a:p>
        </p:txBody>
      </p:sp>
      <p:sp>
        <p:nvSpPr>
          <p:cNvPr id="41" name="blob 0.5"/>
          <p:cNvSpPr/>
          <p:nvPr/>
        </p:nvSpPr>
        <p:spPr>
          <a:xfrm>
            <a:off x="8983093" y="3634740"/>
            <a:ext cx="702820" cy="662940"/>
          </a:xfrm>
          <a:custGeom>
            <a:avLst/>
            <a:gdLst>
              <a:gd name="txL" fmla="*/ w 20773 100000"/>
              <a:gd name="txT" fmla="*/ h 20432 100000"/>
              <a:gd name="txR" fmla="*/ w 81227 100000"/>
              <a:gd name="txB" fmla="*/ h 79222 100000"/>
            </a:gdLst>
            <a:ahLst/>
            <a:cxnLst/>
            <a:rect l="txL" t="txT" r="txR" b="txB"/>
            <a:pathLst>
              <a:path w="702820" h="662940">
                <a:moveTo>
                  <a:pt x="702715" y="337015"/>
                </a:moveTo>
                <a:cubicBezTo>
                  <a:pt x="704017" y="381563"/>
                  <a:pt x="693173" y="433755"/>
                  <a:pt x="672182" y="472279"/>
                </a:cubicBezTo>
                <a:cubicBezTo>
                  <a:pt x="651191" y="510803"/>
                  <a:pt x="611648" y="543514"/>
                  <a:pt x="576768" y="568158"/>
                </a:cubicBezTo>
                <a:cubicBezTo>
                  <a:pt x="541888" y="592803"/>
                  <a:pt x="501426" y="605667"/>
                  <a:pt x="462902" y="620147"/>
                </a:cubicBezTo>
                <a:cubicBezTo>
                  <a:pt x="424378" y="634627"/>
                  <a:pt x="387301" y="648799"/>
                  <a:pt x="345625" y="655036"/>
                </a:cubicBezTo>
                <a:cubicBezTo>
                  <a:pt x="303949" y="661273"/>
                  <a:pt x="255547" y="667872"/>
                  <a:pt x="212847" y="657569"/>
                </a:cubicBezTo>
                <a:cubicBezTo>
                  <a:pt x="170147" y="647266"/>
                  <a:pt x="122283" y="623864"/>
                  <a:pt x="89424" y="593216"/>
                </a:cubicBezTo>
                <a:cubicBezTo>
                  <a:pt x="56565" y="562567"/>
                  <a:pt x="30343" y="516378"/>
                  <a:pt x="15691" y="473678"/>
                </a:cubicBezTo>
                <a:cubicBezTo>
                  <a:pt x="1040" y="430977"/>
                  <a:pt x="-2443" y="380930"/>
                  <a:pt x="1515" y="337015"/>
                </a:cubicBezTo>
                <a:cubicBezTo>
                  <a:pt x="5472" y="293100"/>
                  <a:pt x="20148" y="248252"/>
                  <a:pt x="39435" y="210187"/>
                </a:cubicBezTo>
                <a:cubicBezTo>
                  <a:pt x="58721" y="172121"/>
                  <a:pt x="86964" y="137610"/>
                  <a:pt x="117234" y="108624"/>
                </a:cubicBezTo>
                <a:cubicBezTo>
                  <a:pt x="147503" y="79637"/>
                  <a:pt x="182986" y="54287"/>
                  <a:pt x="221051" y="36267"/>
                </a:cubicBezTo>
                <a:cubicBezTo>
                  <a:pt x="259116" y="18248"/>
                  <a:pt x="303046" y="3052"/>
                  <a:pt x="345625" y="508"/>
                </a:cubicBezTo>
                <a:cubicBezTo>
                  <a:pt x="388203" y="-2036"/>
                  <a:pt x="436442" y="4998"/>
                  <a:pt x="476520" y="21004"/>
                </a:cubicBezTo>
                <a:cubicBezTo>
                  <a:pt x="516598" y="37011"/>
                  <a:pt x="554785" y="65883"/>
                  <a:pt x="586093" y="96547"/>
                </a:cubicBezTo>
                <a:cubicBezTo>
                  <a:pt x="617401" y="127210"/>
                  <a:pt x="644932" y="164908"/>
                  <a:pt x="664369" y="204986"/>
                </a:cubicBezTo>
                <a:cubicBezTo>
                  <a:pt x="683806" y="245065"/>
                  <a:pt x="701413" y="292466"/>
                  <a:pt x="702715" y="33701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9090" y="3770195"/>
            <a:ext cx="424882" cy="389741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Orders…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83093" y="435254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0.77 x 0.72 in
11 chars at 9 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" y="470916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blob, seed 4, wobble 0.14</a:t>
            </a:r>
          </a:p>
        </p:txBody>
      </p:sp>
      <p:sp>
        <p:nvSpPr>
          <p:cNvPr id="45" name="blob 1.0"/>
          <p:cNvSpPr/>
          <p:nvPr/>
        </p:nvSpPr>
        <p:spPr>
          <a:xfrm>
            <a:off x="301752" y="4983480"/>
            <a:ext cx="1789938" cy="1325880"/>
          </a:xfrm>
          <a:custGeom>
            <a:avLst/>
            <a:gdLst>
              <a:gd name="txL" fmla="*/ w 17463 100000"/>
              <a:gd name="txT" fmla="*/ h 16825 100000"/>
              <a:gd name="txR" fmla="*/ w 75537 100000"/>
              <a:gd name="txB" fmla="*/ h 77675 100000"/>
            </a:gdLst>
            <a:ahLst/>
            <a:cxnLst/>
            <a:rect l="txL" t="txT" r="txR" b="txB"/>
            <a:pathLst>
              <a:path w="1789938" h="1325880">
                <a:moveTo>
                  <a:pt x="1765130" y="640941"/>
                </a:moveTo>
                <a:cubicBezTo>
                  <a:pt x="1740463" y="728258"/>
                  <a:pt x="1676137" y="808016"/>
                  <a:pt x="1619761" y="879559"/>
                </a:cubicBezTo>
                <a:cubicBezTo>
                  <a:pt x="1563386" y="951101"/>
                  <a:pt x="1500299" y="1013096"/>
                  <a:pt x="1426876" y="1070196"/>
                </a:cubicBezTo>
                <a:cubicBezTo>
                  <a:pt x="1353454" y="1127297"/>
                  <a:pt x="1273215" y="1181633"/>
                  <a:pt x="1179225" y="1222163"/>
                </a:cubicBezTo>
                <a:cubicBezTo>
                  <a:pt x="1085235" y="1262694"/>
                  <a:pt x="976237" y="1298914"/>
                  <a:pt x="862936" y="1313379"/>
                </a:cubicBezTo>
                <a:cubicBezTo>
                  <a:pt x="749635" y="1327845"/>
                  <a:pt x="614132" y="1333710"/>
                  <a:pt x="499416" y="1308956"/>
                </a:cubicBezTo>
                <a:cubicBezTo>
                  <a:pt x="384700" y="1284201"/>
                  <a:pt x="255528" y="1231584"/>
                  <a:pt x="174638" y="1164853"/>
                </a:cubicBezTo>
                <a:cubicBezTo>
                  <a:pt x="93749" y="1098123"/>
                  <a:pt x="40400" y="995894"/>
                  <a:pt x="14079" y="908575"/>
                </a:cubicBezTo>
                <a:cubicBezTo>
                  <a:pt x="-12242" y="821257"/>
                  <a:pt x="4107" y="726178"/>
                  <a:pt x="16713" y="640941"/>
                </a:cubicBezTo>
                <a:cubicBezTo>
                  <a:pt x="29319" y="555705"/>
                  <a:pt x="50866" y="474937"/>
                  <a:pt x="89716" y="397155"/>
                </a:cubicBezTo>
                <a:cubicBezTo>
                  <a:pt x="128566" y="319373"/>
                  <a:pt x="175923" y="234650"/>
                  <a:pt x="249814" y="174251"/>
                </a:cubicBezTo>
                <a:cubicBezTo>
                  <a:pt x="323706" y="113853"/>
                  <a:pt x="430880" y="63677"/>
                  <a:pt x="533066" y="34764"/>
                </a:cubicBezTo>
                <a:cubicBezTo>
                  <a:pt x="635253" y="5850"/>
                  <a:pt x="751704" y="3115"/>
                  <a:pt x="862936" y="771"/>
                </a:cubicBezTo>
                <a:cubicBezTo>
                  <a:pt x="974168" y="-1574"/>
                  <a:pt x="1086874" y="462"/>
                  <a:pt x="1200459" y="20699"/>
                </a:cubicBezTo>
                <a:cubicBezTo>
                  <a:pt x="1314044" y="40937"/>
                  <a:pt x="1449893" y="66371"/>
                  <a:pt x="1544444" y="122198"/>
                </a:cubicBezTo>
                <a:cubicBezTo>
                  <a:pt x="1638995" y="178024"/>
                  <a:pt x="1730984" y="269203"/>
                  <a:pt x="1767765" y="355660"/>
                </a:cubicBezTo>
                <a:cubicBezTo>
                  <a:pt x="1804546" y="442118"/>
                  <a:pt x="1789797" y="553625"/>
                  <a:pt x="1765130" y="6409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4329" y="5206560"/>
            <a:ext cx="1039489" cy="806797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 held steady through…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" y="6364224"/>
            <a:ext cx="17899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1.96 x 1.45 in
28 chars at 14 pt</a:t>
            </a:r>
          </a:p>
        </p:txBody>
      </p:sp>
      <p:sp>
        <p:nvSpPr>
          <p:cNvPr id="48" name="blob 0.72"/>
          <p:cNvSpPr/>
          <p:nvPr/>
        </p:nvSpPr>
        <p:spPr>
          <a:xfrm>
            <a:off x="2320290" y="5354727"/>
            <a:ext cx="1288755" cy="954633"/>
          </a:xfrm>
          <a:custGeom>
            <a:avLst/>
            <a:gdLst>
              <a:gd name="txL" fmla="*/ w 17463 100000"/>
              <a:gd name="txT" fmla="*/ h 16825 100000"/>
              <a:gd name="txR" fmla="*/ w 75537 100000"/>
              <a:gd name="txB" fmla="*/ h 77675 100000"/>
            </a:gdLst>
            <a:ahLst/>
            <a:cxnLst/>
            <a:rect l="txL" t="txT" r="txR" b="txB"/>
            <a:pathLst>
              <a:path w="1288755" h="954633">
                <a:moveTo>
                  <a:pt x="1270893" y="461478"/>
                </a:moveTo>
                <a:cubicBezTo>
                  <a:pt x="1253133" y="524345"/>
                  <a:pt x="1206818" y="581771"/>
                  <a:pt x="1166228" y="633282"/>
                </a:cubicBezTo>
                <a:cubicBezTo>
                  <a:pt x="1125637" y="684793"/>
                  <a:pt x="1080215" y="729428"/>
                  <a:pt x="1027351" y="770541"/>
                </a:cubicBezTo>
                <a:cubicBezTo>
                  <a:pt x="974486" y="811653"/>
                  <a:pt x="916715" y="850775"/>
                  <a:pt x="849042" y="879957"/>
                </a:cubicBezTo>
                <a:cubicBezTo>
                  <a:pt x="781369" y="909139"/>
                  <a:pt x="702891" y="935218"/>
                  <a:pt x="621314" y="945633"/>
                </a:cubicBezTo>
                <a:cubicBezTo>
                  <a:pt x="539737" y="956048"/>
                  <a:pt x="442175" y="960271"/>
                  <a:pt x="359580" y="942448"/>
                </a:cubicBezTo>
                <a:cubicBezTo>
                  <a:pt x="276984" y="924624"/>
                  <a:pt x="183980" y="886740"/>
                  <a:pt x="125740" y="838694"/>
                </a:cubicBezTo>
                <a:cubicBezTo>
                  <a:pt x="67499" y="790648"/>
                  <a:pt x="29088" y="717043"/>
                  <a:pt x="10137" y="654174"/>
                </a:cubicBezTo>
                <a:cubicBezTo>
                  <a:pt x="-8814" y="591304"/>
                  <a:pt x="2957" y="522848"/>
                  <a:pt x="12033" y="461478"/>
                </a:cubicBezTo>
                <a:cubicBezTo>
                  <a:pt x="21110" y="400107"/>
                  <a:pt x="36623" y="341954"/>
                  <a:pt x="64595" y="285951"/>
                </a:cubicBezTo>
                <a:cubicBezTo>
                  <a:pt x="92568" y="229949"/>
                  <a:pt x="126664" y="168948"/>
                  <a:pt x="179866" y="125461"/>
                </a:cubicBezTo>
                <a:cubicBezTo>
                  <a:pt x="233068" y="81974"/>
                  <a:pt x="310233" y="45848"/>
                  <a:pt x="383808" y="25030"/>
                </a:cubicBezTo>
                <a:cubicBezTo>
                  <a:pt x="457382" y="4212"/>
                  <a:pt x="541227" y="2242"/>
                  <a:pt x="621314" y="555"/>
                </a:cubicBezTo>
                <a:cubicBezTo>
                  <a:pt x="701401" y="-1133"/>
                  <a:pt x="782549" y="332"/>
                  <a:pt x="864330" y="14904"/>
                </a:cubicBezTo>
                <a:cubicBezTo>
                  <a:pt x="946111" y="29475"/>
                  <a:pt x="1043923" y="47787"/>
                  <a:pt x="1111999" y="87982"/>
                </a:cubicBezTo>
                <a:cubicBezTo>
                  <a:pt x="1180076" y="128177"/>
                  <a:pt x="1246308" y="193826"/>
                  <a:pt x="1272791" y="256075"/>
                </a:cubicBezTo>
                <a:cubicBezTo>
                  <a:pt x="1299273" y="318324"/>
                  <a:pt x="1288654" y="398610"/>
                  <a:pt x="1270893" y="46147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45345" y="5515345"/>
            <a:ext cx="748432" cy="580893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 held steady…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20290" y="6364224"/>
            <a:ext cx="12887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1.41 x 1.04 in
25 chars at 11 pt</a:t>
            </a:r>
          </a:p>
        </p:txBody>
      </p:sp>
      <p:sp>
        <p:nvSpPr>
          <p:cNvPr id="51" name="blob 0.5"/>
          <p:cNvSpPr/>
          <p:nvPr/>
        </p:nvSpPr>
        <p:spPr>
          <a:xfrm>
            <a:off x="3837645" y="5646420"/>
            <a:ext cx="894969" cy="662940"/>
          </a:xfrm>
          <a:custGeom>
            <a:avLst/>
            <a:gdLst>
              <a:gd name="txL" fmla="*/ w 17463 100000"/>
              <a:gd name="txT" fmla="*/ h 16825 100000"/>
              <a:gd name="txR" fmla="*/ w 75537 100000"/>
              <a:gd name="txB" fmla="*/ h 77675 100000"/>
            </a:gdLst>
            <a:ahLst/>
            <a:cxnLst/>
            <a:rect l="txL" t="txT" r="txR" b="txB"/>
            <a:pathLst>
              <a:path w="894969" h="662940">
                <a:moveTo>
                  <a:pt x="882565" y="320471"/>
                </a:moveTo>
                <a:cubicBezTo>
                  <a:pt x="870231" y="364129"/>
                  <a:pt x="838068" y="404008"/>
                  <a:pt x="809881" y="439779"/>
                </a:cubicBezTo>
                <a:cubicBezTo>
                  <a:pt x="781693" y="475551"/>
                  <a:pt x="750150" y="506548"/>
                  <a:pt x="713438" y="535098"/>
                </a:cubicBezTo>
                <a:cubicBezTo>
                  <a:pt x="676727" y="563649"/>
                  <a:pt x="636607" y="590816"/>
                  <a:pt x="589612" y="611082"/>
                </a:cubicBezTo>
                <a:cubicBezTo>
                  <a:pt x="542617" y="631347"/>
                  <a:pt x="488119" y="649457"/>
                  <a:pt x="431468" y="656690"/>
                </a:cubicBezTo>
                <a:cubicBezTo>
                  <a:pt x="374817" y="663922"/>
                  <a:pt x="307066" y="666855"/>
                  <a:pt x="249708" y="654478"/>
                </a:cubicBezTo>
                <a:cubicBezTo>
                  <a:pt x="192350" y="642101"/>
                  <a:pt x="127764" y="615792"/>
                  <a:pt x="87319" y="582427"/>
                </a:cubicBezTo>
                <a:cubicBezTo>
                  <a:pt x="46874" y="549062"/>
                  <a:pt x="20200" y="497947"/>
                  <a:pt x="7039" y="454288"/>
                </a:cubicBezTo>
                <a:cubicBezTo>
                  <a:pt x="-6121" y="410628"/>
                  <a:pt x="2053" y="363089"/>
                  <a:pt x="8356" y="320471"/>
                </a:cubicBezTo>
                <a:cubicBezTo>
                  <a:pt x="14660" y="277852"/>
                  <a:pt x="25433" y="237468"/>
                  <a:pt x="44858" y="198578"/>
                </a:cubicBezTo>
                <a:cubicBezTo>
                  <a:pt x="64283" y="159687"/>
                  <a:pt x="87961" y="117325"/>
                  <a:pt x="124907" y="87126"/>
                </a:cubicBezTo>
                <a:cubicBezTo>
                  <a:pt x="161853" y="56926"/>
                  <a:pt x="215440" y="31839"/>
                  <a:pt x="266533" y="17382"/>
                </a:cubicBezTo>
                <a:cubicBezTo>
                  <a:pt x="317627" y="2925"/>
                  <a:pt x="375852" y="1557"/>
                  <a:pt x="431468" y="385"/>
                </a:cubicBezTo>
                <a:cubicBezTo>
                  <a:pt x="487084" y="-787"/>
                  <a:pt x="543437" y="231"/>
                  <a:pt x="600230" y="10350"/>
                </a:cubicBezTo>
                <a:cubicBezTo>
                  <a:pt x="657022" y="20469"/>
                  <a:pt x="724946" y="33185"/>
                  <a:pt x="772222" y="61099"/>
                </a:cubicBezTo>
                <a:cubicBezTo>
                  <a:pt x="819497" y="89012"/>
                  <a:pt x="865492" y="134601"/>
                  <a:pt x="883883" y="177830"/>
                </a:cubicBezTo>
                <a:cubicBezTo>
                  <a:pt x="902273" y="221059"/>
                  <a:pt x="894899" y="276813"/>
                  <a:pt x="882565" y="32047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93934" y="5757960"/>
            <a:ext cx="519744" cy="403398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Orders held…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37645" y="6364224"/>
            <a:ext cx="89496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0.98 x 0.72 in
13 chars at 9 pt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08192" y="470916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ticket</a:t>
            </a:r>
          </a:p>
        </p:txBody>
      </p:sp>
      <p:sp>
        <p:nvSpPr>
          <p:cNvPr id="55" name="ticket 1.0"/>
          <p:cNvSpPr/>
          <p:nvPr/>
        </p:nvSpPr>
        <p:spPr>
          <a:xfrm>
            <a:off x="6108192" y="5228706"/>
            <a:ext cx="2377440" cy="1080654"/>
          </a:xfrm>
          <a:custGeom>
            <a:avLst/>
            <a:gdLst>
              <a:gd name="txL" fmla="*/ w 9818 100000"/>
              <a:gd name="txT" fmla="*/ h 4000 100000"/>
              <a:gd name="txR" fmla="*/ w 90182 100000"/>
              <a:gd name="txB" fmla="*/ h 96100 100000"/>
            </a:gdLst>
            <a:ahLst/>
            <a:cxnLst/>
            <a:rect l="txL" t="txT" r="txR" b="txB"/>
            <a:pathLst>
              <a:path w="2377440" h="1080654">
                <a:moveTo>
                  <a:pt x="75646" y="0"/>
                </a:moveTo>
                <a:lnTo>
                  <a:pt x="2301794" y="0"/>
                </a:lnTo>
                <a:cubicBezTo>
                  <a:pt x="2343572" y="0"/>
                  <a:pt x="2377440" y="33868"/>
                  <a:pt x="2377440" y="75646"/>
                </a:cubicBezTo>
                <a:lnTo>
                  <a:pt x="2377440" y="356616"/>
                </a:lnTo>
                <a:cubicBezTo>
                  <a:pt x="2275979" y="356616"/>
                  <a:pt x="2193729" y="438866"/>
                  <a:pt x="2193729" y="540327"/>
                </a:cubicBezTo>
                <a:cubicBezTo>
                  <a:pt x="2193729" y="641788"/>
                  <a:pt x="2275979" y="724038"/>
                  <a:pt x="2377440" y="724038"/>
                </a:cubicBezTo>
                <a:lnTo>
                  <a:pt x="2377440" y="1005008"/>
                </a:lnTo>
                <a:cubicBezTo>
                  <a:pt x="2377440" y="1046786"/>
                  <a:pt x="2343572" y="1080654"/>
                  <a:pt x="2301794" y="1080654"/>
                </a:cubicBezTo>
                <a:lnTo>
                  <a:pt x="75646" y="1080654"/>
                </a:lnTo>
                <a:cubicBezTo>
                  <a:pt x="33868" y="1080654"/>
                  <a:pt x="0" y="1046786"/>
                  <a:pt x="0" y="1005008"/>
                </a:cubicBezTo>
                <a:lnTo>
                  <a:pt x="0" y="724038"/>
                </a:lnTo>
                <a:cubicBezTo>
                  <a:pt x="101461" y="724038"/>
                  <a:pt x="183711" y="641788"/>
                  <a:pt x="183711" y="540327"/>
                </a:cubicBezTo>
                <a:cubicBezTo>
                  <a:pt x="183711" y="438866"/>
                  <a:pt x="101461" y="356616"/>
                  <a:pt x="0" y="356616"/>
                </a:cubicBezTo>
                <a:lnTo>
                  <a:pt x="0" y="75646"/>
                </a:lnTo>
                <a:cubicBezTo>
                  <a:pt x="0" y="33868"/>
                  <a:pt x="33868" y="0"/>
                  <a:pt x="756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41614" y="5271933"/>
            <a:ext cx="1910596" cy="995282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 held steady through a grey quarter while every lost client…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08192" y="636422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2.60 x 1.18 in
68 chars at 14 pt</a:t>
            </a:r>
          </a:p>
        </p:txBody>
      </p:sp>
      <p:sp>
        <p:nvSpPr>
          <p:cNvPr id="58" name="ticket 0.72"/>
          <p:cNvSpPr/>
          <p:nvPr/>
        </p:nvSpPr>
        <p:spPr>
          <a:xfrm>
            <a:off x="8714232" y="5531289"/>
            <a:ext cx="1711756" cy="778071"/>
          </a:xfrm>
          <a:custGeom>
            <a:avLst/>
            <a:gdLst>
              <a:gd name="txL" fmla="*/ w 9818 100000"/>
              <a:gd name="txT" fmla="*/ h 4000 100000"/>
              <a:gd name="txR" fmla="*/ w 90182 100000"/>
              <a:gd name="txB" fmla="*/ h 96100 100000"/>
            </a:gdLst>
            <a:ahLst/>
            <a:cxnLst/>
            <a:rect l="txL" t="txT" r="txR" b="txB"/>
            <a:pathLst>
              <a:path w="1711756" h="778071">
                <a:moveTo>
                  <a:pt x="54465" y="0"/>
                </a:moveTo>
                <a:lnTo>
                  <a:pt x="1657291" y="0"/>
                </a:lnTo>
                <a:cubicBezTo>
                  <a:pt x="1687371" y="0"/>
                  <a:pt x="1711756" y="24385"/>
                  <a:pt x="1711756" y="54465"/>
                </a:cubicBezTo>
                <a:lnTo>
                  <a:pt x="1711756" y="256763"/>
                </a:lnTo>
                <a:cubicBezTo>
                  <a:pt x="1638704" y="256763"/>
                  <a:pt x="1579484" y="315984"/>
                  <a:pt x="1579484" y="389036"/>
                </a:cubicBezTo>
                <a:cubicBezTo>
                  <a:pt x="1579484" y="462087"/>
                  <a:pt x="1638704" y="521308"/>
                  <a:pt x="1711756" y="521308"/>
                </a:cubicBezTo>
                <a:lnTo>
                  <a:pt x="1711756" y="723606"/>
                </a:lnTo>
                <a:cubicBezTo>
                  <a:pt x="1711756" y="753686"/>
                  <a:pt x="1687371" y="778071"/>
                  <a:pt x="1657291" y="778071"/>
                </a:cubicBezTo>
                <a:lnTo>
                  <a:pt x="54465" y="778071"/>
                </a:lnTo>
                <a:cubicBezTo>
                  <a:pt x="24385" y="778071"/>
                  <a:pt x="0" y="753686"/>
                  <a:pt x="0" y="723606"/>
                </a:cubicBezTo>
                <a:lnTo>
                  <a:pt x="0" y="521308"/>
                </a:lnTo>
                <a:cubicBezTo>
                  <a:pt x="73052" y="521308"/>
                  <a:pt x="132272" y="462087"/>
                  <a:pt x="132272" y="389036"/>
                </a:cubicBezTo>
                <a:cubicBezTo>
                  <a:pt x="132272" y="315984"/>
                  <a:pt x="73052" y="256763"/>
                  <a:pt x="0" y="256763"/>
                </a:cubicBezTo>
                <a:lnTo>
                  <a:pt x="0" y="54465"/>
                </a:lnTo>
                <a:cubicBezTo>
                  <a:pt x="0" y="24385"/>
                  <a:pt x="24385" y="0"/>
                  <a:pt x="5446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82296" y="5562412"/>
            <a:ext cx="1375628" cy="716603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 held steady through a grey quarter while every lost…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14232" y="6364224"/>
            <a:ext cx="171175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1.87 x 0.85 in
61 chars at 11 pt</a:t>
            </a:r>
          </a:p>
        </p:txBody>
      </p:sp>
      <p:sp>
        <p:nvSpPr>
          <p:cNvPr id="61" name="ticket 0.5"/>
          <p:cNvSpPr/>
          <p:nvPr/>
        </p:nvSpPr>
        <p:spPr>
          <a:xfrm>
            <a:off x="10654588" y="5769033"/>
            <a:ext cx="1188720" cy="540327"/>
          </a:xfrm>
          <a:custGeom>
            <a:avLst/>
            <a:gdLst>
              <a:gd name="txL" fmla="*/ w 9818 100000"/>
              <a:gd name="txT" fmla="*/ h 4000 100000"/>
              <a:gd name="txR" fmla="*/ w 90182 100000"/>
              <a:gd name="txB" fmla="*/ h 96100 100000"/>
            </a:gdLst>
            <a:ahLst/>
            <a:cxnLst/>
            <a:rect l="txL" t="txT" r="txR" b="txB"/>
            <a:pathLst>
              <a:path w="1188720" h="540327">
                <a:moveTo>
                  <a:pt x="37823" y="0"/>
                </a:moveTo>
                <a:lnTo>
                  <a:pt x="1150897" y="0"/>
                </a:lnTo>
                <a:cubicBezTo>
                  <a:pt x="1171786" y="0"/>
                  <a:pt x="1188720" y="16934"/>
                  <a:pt x="1188720" y="37823"/>
                </a:cubicBezTo>
                <a:lnTo>
                  <a:pt x="1188720" y="178308"/>
                </a:lnTo>
                <a:cubicBezTo>
                  <a:pt x="1137990" y="178308"/>
                  <a:pt x="1096864" y="219433"/>
                  <a:pt x="1096864" y="270164"/>
                </a:cubicBezTo>
                <a:cubicBezTo>
                  <a:pt x="1096864" y="320894"/>
                  <a:pt x="1137990" y="362019"/>
                  <a:pt x="1188720" y="362019"/>
                </a:cubicBezTo>
                <a:lnTo>
                  <a:pt x="1188720" y="502504"/>
                </a:lnTo>
                <a:cubicBezTo>
                  <a:pt x="1188720" y="523393"/>
                  <a:pt x="1171786" y="540327"/>
                  <a:pt x="1150897" y="540327"/>
                </a:cubicBezTo>
                <a:lnTo>
                  <a:pt x="37823" y="540327"/>
                </a:lnTo>
                <a:cubicBezTo>
                  <a:pt x="16934" y="540327"/>
                  <a:pt x="0" y="523393"/>
                  <a:pt x="0" y="502504"/>
                </a:cubicBezTo>
                <a:lnTo>
                  <a:pt x="0" y="362019"/>
                </a:lnTo>
                <a:cubicBezTo>
                  <a:pt x="50730" y="362019"/>
                  <a:pt x="91856" y="320894"/>
                  <a:pt x="91856" y="270164"/>
                </a:cubicBezTo>
                <a:cubicBezTo>
                  <a:pt x="91856" y="219433"/>
                  <a:pt x="50730" y="178308"/>
                  <a:pt x="0" y="178308"/>
                </a:cubicBezTo>
                <a:lnTo>
                  <a:pt x="0" y="37823"/>
                </a:lnTo>
                <a:cubicBezTo>
                  <a:pt x="0" y="16934"/>
                  <a:pt x="16934" y="0"/>
                  <a:pt x="3782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771299" y="5790647"/>
            <a:ext cx="955298" cy="497640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Orders held steady through a grey…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54588" y="63642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1.30 x 0.59 in
40 chars at 9 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228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Shapes library: container silhouettes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2743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>
                <a:solidFill>
                  <a:schemeClr val="accent3"/>
                </a:solidFill>
              </a:rPr>
              <a:t>Dashed: safe text box, sample text cut to its limit · 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" y="68580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ticket, corner notches</a:t>
            </a:r>
          </a:p>
        </p:txBody>
      </p:sp>
      <p:sp>
        <p:nvSpPr>
          <p:cNvPr id="5" name="ticket 1.0"/>
          <p:cNvSpPr/>
          <p:nvPr/>
        </p:nvSpPr>
        <p:spPr>
          <a:xfrm>
            <a:off x="301752" y="1034716"/>
            <a:ext cx="2377440" cy="1251284"/>
          </a:xfrm>
          <a:custGeom>
            <a:avLst/>
            <a:gdLst>
              <a:gd name="txL" fmla="*/ w 13105 100000"/>
              <a:gd name="txT" fmla="*/ h 4000 100000"/>
              <a:gd name="txR" fmla="*/ w 86895 100000"/>
              <a:gd name="txB" fmla="*/ h 96700 100000"/>
            </a:gdLst>
            <a:ahLst/>
            <a:cxnLst/>
            <a:rect l="txL" t="txT" r="txR" b="txB"/>
            <a:pathLst>
              <a:path w="2377440" h="1251284">
                <a:moveTo>
                  <a:pt x="255262" y="0"/>
                </a:moveTo>
                <a:lnTo>
                  <a:pt x="2122178" y="0"/>
                </a:lnTo>
                <a:cubicBezTo>
                  <a:pt x="2122178" y="140977"/>
                  <a:pt x="2236463" y="255262"/>
                  <a:pt x="2377440" y="255262"/>
                </a:cubicBezTo>
                <a:lnTo>
                  <a:pt x="2377440" y="996022"/>
                </a:lnTo>
                <a:cubicBezTo>
                  <a:pt x="2236463" y="996022"/>
                  <a:pt x="2122178" y="1110307"/>
                  <a:pt x="2122178" y="1251284"/>
                </a:cubicBezTo>
                <a:lnTo>
                  <a:pt x="255262" y="1251284"/>
                </a:lnTo>
                <a:cubicBezTo>
                  <a:pt x="255262" y="1110307"/>
                  <a:pt x="140977" y="996022"/>
                  <a:pt x="0" y="996022"/>
                </a:cubicBezTo>
                <a:lnTo>
                  <a:pt x="0" y="255262"/>
                </a:lnTo>
                <a:cubicBezTo>
                  <a:pt x="140977" y="255262"/>
                  <a:pt x="255262" y="140977"/>
                  <a:pt x="2552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322" y="1084768"/>
            <a:ext cx="1754300" cy="1159939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 held steady through a grey quarter while every lost client got a…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3408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2.60 x 1.37 in
76 chars at 14 pt</a:t>
            </a:r>
          </a:p>
        </p:txBody>
      </p:sp>
      <p:sp>
        <p:nvSpPr>
          <p:cNvPr id="8" name="ticket 0.72"/>
          <p:cNvSpPr/>
          <p:nvPr/>
        </p:nvSpPr>
        <p:spPr>
          <a:xfrm>
            <a:off x="2907792" y="1385076"/>
            <a:ext cx="1711756" cy="900924"/>
          </a:xfrm>
          <a:custGeom>
            <a:avLst/>
            <a:gdLst>
              <a:gd name="txL" fmla="*/ w 13105 100000"/>
              <a:gd name="txT" fmla="*/ h 4000 100000"/>
              <a:gd name="txR" fmla="*/ w 86895 100000"/>
              <a:gd name="txB" fmla="*/ h 96700 100000"/>
            </a:gdLst>
            <a:ahLst/>
            <a:cxnLst/>
            <a:rect l="txL" t="txT" r="txR" b="txB"/>
            <a:pathLst>
              <a:path w="1711756" h="900924">
                <a:moveTo>
                  <a:pt x="183788" y="0"/>
                </a:moveTo>
                <a:lnTo>
                  <a:pt x="1527968" y="0"/>
                </a:lnTo>
                <a:cubicBezTo>
                  <a:pt x="1527968" y="101504"/>
                  <a:pt x="1610252" y="183788"/>
                  <a:pt x="1711756" y="183788"/>
                </a:cubicBezTo>
                <a:lnTo>
                  <a:pt x="1711756" y="717136"/>
                </a:lnTo>
                <a:cubicBezTo>
                  <a:pt x="1610252" y="717136"/>
                  <a:pt x="1527968" y="799420"/>
                  <a:pt x="1527968" y="900924"/>
                </a:cubicBezTo>
                <a:lnTo>
                  <a:pt x="183788" y="900924"/>
                </a:lnTo>
                <a:cubicBezTo>
                  <a:pt x="183788" y="799420"/>
                  <a:pt x="101504" y="717136"/>
                  <a:pt x="0" y="717136"/>
                </a:cubicBezTo>
                <a:lnTo>
                  <a:pt x="0" y="183788"/>
                </a:lnTo>
                <a:cubicBezTo>
                  <a:pt x="101504" y="183788"/>
                  <a:pt x="183788" y="101504"/>
                  <a:pt x="18378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32123" y="1421113"/>
            <a:ext cx="1263094" cy="835156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 held steady through a grey quarter while every…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2" y="2340864"/>
            <a:ext cx="171175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1.87 x 0.99 in
57 chars at 11 pt</a:t>
            </a:r>
          </a:p>
        </p:txBody>
      </p:sp>
      <p:sp>
        <p:nvSpPr>
          <p:cNvPr id="11" name="ticket 0.5"/>
          <p:cNvSpPr/>
          <p:nvPr/>
        </p:nvSpPr>
        <p:spPr>
          <a:xfrm>
            <a:off x="4848148" y="1660358"/>
            <a:ext cx="1188720" cy="625642"/>
          </a:xfrm>
          <a:custGeom>
            <a:avLst/>
            <a:gdLst>
              <a:gd name="txL" fmla="*/ w 13105 100000"/>
              <a:gd name="txT" fmla="*/ h 4000 100000"/>
              <a:gd name="txR" fmla="*/ w 86895 100000"/>
              <a:gd name="txB" fmla="*/ h 96700 100000"/>
            </a:gdLst>
            <a:ahLst/>
            <a:cxnLst/>
            <a:rect l="txL" t="txT" r="txR" b="txB"/>
            <a:pathLst>
              <a:path w="1188720" h="625642">
                <a:moveTo>
                  <a:pt x="127631" y="0"/>
                </a:moveTo>
                <a:lnTo>
                  <a:pt x="1061089" y="0"/>
                </a:lnTo>
                <a:cubicBezTo>
                  <a:pt x="1061089" y="70489"/>
                  <a:pt x="1118231" y="127631"/>
                  <a:pt x="1188720" y="127631"/>
                </a:cubicBezTo>
                <a:lnTo>
                  <a:pt x="1188720" y="498011"/>
                </a:lnTo>
                <a:cubicBezTo>
                  <a:pt x="1118231" y="498011"/>
                  <a:pt x="1061089" y="555153"/>
                  <a:pt x="1061089" y="625642"/>
                </a:cubicBezTo>
                <a:lnTo>
                  <a:pt x="127631" y="625642"/>
                </a:lnTo>
                <a:cubicBezTo>
                  <a:pt x="127631" y="555153"/>
                  <a:pt x="70489" y="498011"/>
                  <a:pt x="0" y="498011"/>
                </a:cubicBezTo>
                <a:lnTo>
                  <a:pt x="0" y="127631"/>
                </a:lnTo>
                <a:cubicBezTo>
                  <a:pt x="70489" y="127631"/>
                  <a:pt x="127631" y="70489"/>
                  <a:pt x="12763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3933" y="1685384"/>
            <a:ext cx="877150" cy="579969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Orders held steady through a grey quarter…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8148" y="23408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1.30 x 0.68 in
47 chars at 9 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68580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speech bubble</a:t>
            </a:r>
          </a:p>
        </p:txBody>
      </p:sp>
      <p:sp>
        <p:nvSpPr>
          <p:cNvPr id="15" name="bubble 1.0"/>
          <p:cNvSpPr/>
          <p:nvPr/>
        </p:nvSpPr>
        <p:spPr>
          <a:xfrm>
            <a:off x="6108192" y="960120"/>
            <a:ext cx="1988820" cy="1325880"/>
          </a:xfrm>
          <a:custGeom>
            <a:avLst/>
            <a:gdLst>
              <a:gd name="txL" fmla="*/ w 9667 100000"/>
              <a:gd name="txT" fmla="*/ h 5500 100000"/>
              <a:gd name="txR" fmla="*/ w 90333 100000"/>
              <a:gd name="txB" fmla="*/ h 72500 100000"/>
            </a:gdLst>
            <a:ahLst/>
            <a:cxnLst/>
            <a:rect l="txL" t="txT" r="txR" b="txB"/>
            <a:pathLst>
              <a:path w="1988820" h="1325880">
                <a:moveTo>
                  <a:pt x="227521" y="0"/>
                </a:moveTo>
                <a:lnTo>
                  <a:pt x="1761299" y="0"/>
                </a:lnTo>
                <a:cubicBezTo>
                  <a:pt x="1886955" y="0"/>
                  <a:pt x="1988820" y="101865"/>
                  <a:pt x="1988820" y="227521"/>
                </a:cubicBezTo>
                <a:lnTo>
                  <a:pt x="1988820" y="806665"/>
                </a:lnTo>
                <a:cubicBezTo>
                  <a:pt x="1988820" y="932322"/>
                  <a:pt x="1886955" y="1034186"/>
                  <a:pt x="1761299" y="1034186"/>
                </a:cubicBezTo>
                <a:lnTo>
                  <a:pt x="861557" y="1034186"/>
                </a:lnTo>
                <a:cubicBezTo>
                  <a:pt x="815456" y="1165449"/>
                  <a:pt x="609539" y="1290877"/>
                  <a:pt x="554218" y="1325880"/>
                </a:cubicBezTo>
                <a:cubicBezTo>
                  <a:pt x="554138" y="1252957"/>
                  <a:pt x="553979" y="1180033"/>
                  <a:pt x="553953" y="1034186"/>
                </a:cubicBezTo>
                <a:lnTo>
                  <a:pt x="227521" y="1034186"/>
                </a:lnTo>
                <a:cubicBezTo>
                  <a:pt x="101865" y="1034186"/>
                  <a:pt x="0" y="932322"/>
                  <a:pt x="0" y="806665"/>
                </a:cubicBezTo>
                <a:lnTo>
                  <a:pt x="0" y="227521"/>
                </a:lnTo>
                <a:cubicBezTo>
                  <a:pt x="0" y="101865"/>
                  <a:pt x="101865" y="0"/>
                  <a:pt x="22752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445" y="1033044"/>
            <a:ext cx="1604314" cy="888338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 held steady through a grey quarter while every…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2340864"/>
            <a:ext cx="19888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2.17 x 1.45 in
57 chars at 14 pt</a:t>
            </a:r>
          </a:p>
        </p:txBody>
      </p:sp>
      <p:sp>
        <p:nvSpPr>
          <p:cNvPr id="18" name="bubble 0.72"/>
          <p:cNvSpPr/>
          <p:nvPr/>
        </p:nvSpPr>
        <p:spPr>
          <a:xfrm>
            <a:off x="8325612" y="1331367"/>
            <a:ext cx="1431950" cy="954633"/>
          </a:xfrm>
          <a:custGeom>
            <a:avLst/>
            <a:gdLst>
              <a:gd name="txL" fmla="*/ w 9667 100000"/>
              <a:gd name="txT" fmla="*/ h 5500 100000"/>
              <a:gd name="txR" fmla="*/ w 90333 100000"/>
              <a:gd name="txB" fmla="*/ h 72500 100000"/>
            </a:gdLst>
            <a:ahLst/>
            <a:cxnLst/>
            <a:rect l="txL" t="txT" r="txR" b="txB"/>
            <a:pathLst>
              <a:path w="1431950" h="954633">
                <a:moveTo>
                  <a:pt x="163815" y="0"/>
                </a:moveTo>
                <a:lnTo>
                  <a:pt x="1268135" y="0"/>
                </a:lnTo>
                <a:cubicBezTo>
                  <a:pt x="1358608" y="0"/>
                  <a:pt x="1431950" y="73342"/>
                  <a:pt x="1431950" y="163815"/>
                </a:cubicBezTo>
                <a:lnTo>
                  <a:pt x="1431950" y="580799"/>
                </a:lnTo>
                <a:cubicBezTo>
                  <a:pt x="1431950" y="671271"/>
                  <a:pt x="1358608" y="744614"/>
                  <a:pt x="1268135" y="744614"/>
                </a:cubicBezTo>
                <a:lnTo>
                  <a:pt x="620321" y="744614"/>
                </a:lnTo>
                <a:cubicBezTo>
                  <a:pt x="587128" y="839122"/>
                  <a:pt x="438868" y="929431"/>
                  <a:pt x="399037" y="954633"/>
                </a:cubicBezTo>
                <a:cubicBezTo>
                  <a:pt x="398979" y="902128"/>
                  <a:pt x="398865" y="849623"/>
                  <a:pt x="398846" y="744614"/>
                </a:cubicBezTo>
                <a:lnTo>
                  <a:pt x="163815" y="744614"/>
                </a:lnTo>
                <a:cubicBezTo>
                  <a:pt x="73342" y="744614"/>
                  <a:pt x="0" y="671271"/>
                  <a:pt x="0" y="580799"/>
                </a:cubicBezTo>
                <a:lnTo>
                  <a:pt x="0" y="163815"/>
                </a:lnTo>
                <a:cubicBezTo>
                  <a:pt x="0" y="73342"/>
                  <a:pt x="73342" y="0"/>
                  <a:pt x="16381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4034" y="1383872"/>
            <a:ext cx="1155106" cy="639604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 held steady through a grey…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5612" y="2340864"/>
            <a:ext cx="143195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1.57 x 1.04 in
38 chars at 11 pt</a:t>
            </a:r>
          </a:p>
        </p:txBody>
      </p:sp>
      <p:sp>
        <p:nvSpPr>
          <p:cNvPr id="21" name="bubble 0.5"/>
          <p:cNvSpPr/>
          <p:nvPr/>
        </p:nvSpPr>
        <p:spPr>
          <a:xfrm>
            <a:off x="9986162" y="1623060"/>
            <a:ext cx="994410" cy="662940"/>
          </a:xfrm>
          <a:custGeom>
            <a:avLst/>
            <a:gdLst>
              <a:gd name="txL" fmla="*/ w 9667 100000"/>
              <a:gd name="txT" fmla="*/ h 5500 100000"/>
              <a:gd name="txR" fmla="*/ w 90333 100000"/>
              <a:gd name="txB" fmla="*/ h 72500 100000"/>
            </a:gdLst>
            <a:ahLst/>
            <a:cxnLst/>
            <a:rect l="txL" t="txT" r="txR" b="txB"/>
            <a:pathLst>
              <a:path w="994410" h="662940">
                <a:moveTo>
                  <a:pt x="113761" y="0"/>
                </a:moveTo>
                <a:lnTo>
                  <a:pt x="880649" y="0"/>
                </a:lnTo>
                <a:cubicBezTo>
                  <a:pt x="943478" y="0"/>
                  <a:pt x="994410" y="50932"/>
                  <a:pt x="994410" y="113761"/>
                </a:cubicBezTo>
                <a:lnTo>
                  <a:pt x="994410" y="403333"/>
                </a:lnTo>
                <a:cubicBezTo>
                  <a:pt x="994410" y="466161"/>
                  <a:pt x="943478" y="517093"/>
                  <a:pt x="880649" y="517093"/>
                </a:cubicBezTo>
                <a:lnTo>
                  <a:pt x="430778" y="517093"/>
                </a:lnTo>
                <a:cubicBezTo>
                  <a:pt x="407728" y="582724"/>
                  <a:pt x="304769" y="645438"/>
                  <a:pt x="277109" y="662940"/>
                </a:cubicBezTo>
                <a:cubicBezTo>
                  <a:pt x="277069" y="626478"/>
                  <a:pt x="276990" y="590017"/>
                  <a:pt x="276976" y="517093"/>
                </a:cubicBezTo>
                <a:lnTo>
                  <a:pt x="113761" y="517093"/>
                </a:lnTo>
                <a:cubicBezTo>
                  <a:pt x="50932" y="517093"/>
                  <a:pt x="0" y="466161"/>
                  <a:pt x="0" y="403333"/>
                </a:cubicBezTo>
                <a:lnTo>
                  <a:pt x="0" y="113761"/>
                </a:lnTo>
                <a:cubicBezTo>
                  <a:pt x="0" y="50932"/>
                  <a:pt x="50932" y="0"/>
                  <a:pt x="11376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2289" y="1659522"/>
            <a:ext cx="802156" cy="444169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Orders held steady through a…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86162" y="2340864"/>
            <a:ext cx="99441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1.09 x 0.72 in
33 chars at 9 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" y="269748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speech bubble, tail left</a:t>
            </a:r>
          </a:p>
        </p:txBody>
      </p:sp>
      <p:sp>
        <p:nvSpPr>
          <p:cNvPr id="25" name="bubble 1.0"/>
          <p:cNvSpPr/>
          <p:nvPr/>
        </p:nvSpPr>
        <p:spPr>
          <a:xfrm>
            <a:off x="301752" y="2971800"/>
            <a:ext cx="2320290" cy="1325880"/>
          </a:xfrm>
          <a:custGeom>
            <a:avLst/>
            <a:gdLst>
              <a:gd name="txL" fmla="*/ w 19786 100000"/>
              <a:gd name="txT" fmla="*/ h 9250 100000"/>
              <a:gd name="txR" fmla="*/ w 92714 100000"/>
              <a:gd name="txB" fmla="*/ h 91375 100000"/>
            </a:gdLst>
            <a:ahLst/>
            <a:cxnLst/>
            <a:rect l="txL" t="txT" r="txR" b="txB"/>
            <a:pathLst>
              <a:path w="2320290" h="1325880">
                <a:moveTo>
                  <a:pt x="2320290" y="291694"/>
                </a:moveTo>
                <a:lnTo>
                  <a:pt x="2320290" y="1034186"/>
                </a:lnTo>
                <a:cubicBezTo>
                  <a:pt x="2320290" y="1195284"/>
                  <a:pt x="2189694" y="1325880"/>
                  <a:pt x="2028596" y="1325880"/>
                </a:cubicBezTo>
                <a:lnTo>
                  <a:pt x="583387" y="1325880"/>
                </a:lnTo>
                <a:cubicBezTo>
                  <a:pt x="422289" y="1325880"/>
                  <a:pt x="291694" y="1195284"/>
                  <a:pt x="291694" y="1034186"/>
                </a:cubicBezTo>
                <a:lnTo>
                  <a:pt x="291694" y="867059"/>
                </a:lnTo>
                <a:cubicBezTo>
                  <a:pt x="160431" y="863927"/>
                  <a:pt x="35003" y="849935"/>
                  <a:pt x="0" y="846177"/>
                </a:cubicBezTo>
                <a:cubicBezTo>
                  <a:pt x="72923" y="766127"/>
                  <a:pt x="145847" y="606027"/>
                  <a:pt x="291694" y="579343"/>
                </a:cubicBezTo>
                <a:lnTo>
                  <a:pt x="291694" y="291694"/>
                </a:lnTo>
                <a:cubicBezTo>
                  <a:pt x="291694" y="130596"/>
                  <a:pt x="422289" y="0"/>
                  <a:pt x="583387" y="0"/>
                </a:cubicBezTo>
                <a:lnTo>
                  <a:pt x="2028596" y="0"/>
                </a:lnTo>
                <a:cubicBezTo>
                  <a:pt x="2189694" y="0"/>
                  <a:pt x="2320290" y="130596"/>
                  <a:pt x="2320290" y="291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0838" y="3094444"/>
            <a:ext cx="1692154" cy="1088878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 held steady through a grey quarter while every lost client got a…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" y="4352544"/>
            <a:ext cx="232029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2.54 x 1.45 in
76 chars at 14 pt</a:t>
            </a:r>
          </a:p>
        </p:txBody>
      </p:sp>
      <p:sp>
        <p:nvSpPr>
          <p:cNvPr id="28" name="bubble 0.72"/>
          <p:cNvSpPr/>
          <p:nvPr/>
        </p:nvSpPr>
        <p:spPr>
          <a:xfrm>
            <a:off x="2850642" y="3343047"/>
            <a:ext cx="1670608" cy="954633"/>
          </a:xfrm>
          <a:custGeom>
            <a:avLst/>
            <a:gdLst>
              <a:gd name="txL" fmla="*/ w 19786 100000"/>
              <a:gd name="txT" fmla="*/ h 9250 100000"/>
              <a:gd name="txR" fmla="*/ w 92714 100000"/>
              <a:gd name="txB" fmla="*/ h 91375 100000"/>
            </a:gdLst>
            <a:ahLst/>
            <a:cxnLst/>
            <a:rect l="txL" t="txT" r="txR" b="txB"/>
            <a:pathLst>
              <a:path w="1670608" h="954633">
                <a:moveTo>
                  <a:pt x="1670608" y="210019"/>
                </a:moveTo>
                <a:lnTo>
                  <a:pt x="1670608" y="744614"/>
                </a:lnTo>
                <a:cubicBezTo>
                  <a:pt x="1670608" y="860604"/>
                  <a:pt x="1576579" y="954633"/>
                  <a:pt x="1460589" y="954633"/>
                </a:cubicBezTo>
                <a:lnTo>
                  <a:pt x="420039" y="954633"/>
                </a:lnTo>
                <a:cubicBezTo>
                  <a:pt x="304048" y="954633"/>
                  <a:pt x="210019" y="860604"/>
                  <a:pt x="210019" y="744614"/>
                </a:cubicBezTo>
                <a:lnTo>
                  <a:pt x="210019" y="624282"/>
                </a:lnTo>
                <a:cubicBezTo>
                  <a:pt x="115511" y="622027"/>
                  <a:pt x="25202" y="611953"/>
                  <a:pt x="0" y="609247"/>
                </a:cubicBezTo>
                <a:cubicBezTo>
                  <a:pt x="52505" y="551611"/>
                  <a:pt x="105010" y="436339"/>
                  <a:pt x="210019" y="417127"/>
                </a:cubicBezTo>
                <a:lnTo>
                  <a:pt x="210019" y="210019"/>
                </a:lnTo>
                <a:cubicBezTo>
                  <a:pt x="210019" y="94029"/>
                  <a:pt x="304048" y="0"/>
                  <a:pt x="420039" y="0"/>
                </a:cubicBezTo>
                <a:lnTo>
                  <a:pt x="1460589" y="0"/>
                </a:lnTo>
                <a:cubicBezTo>
                  <a:pt x="1576579" y="0"/>
                  <a:pt x="1670608" y="94029"/>
                  <a:pt x="1670608" y="21001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81184" y="3431351"/>
            <a:ext cx="1218350" cy="783992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 held steady through a grey quarter while…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0642" y="4352544"/>
            <a:ext cx="167060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1.83 x 1.04 in
54 chars at 11 pt</a:t>
            </a:r>
          </a:p>
        </p:txBody>
      </p:sp>
      <p:sp>
        <p:nvSpPr>
          <p:cNvPr id="31" name="bubble 0.5"/>
          <p:cNvSpPr/>
          <p:nvPr/>
        </p:nvSpPr>
        <p:spPr>
          <a:xfrm>
            <a:off x="4749850" y="3634740"/>
            <a:ext cx="1160145" cy="662940"/>
          </a:xfrm>
          <a:custGeom>
            <a:avLst/>
            <a:gdLst>
              <a:gd name="txL" fmla="*/ w 19786 100000"/>
              <a:gd name="txT" fmla="*/ h 9250 100000"/>
              <a:gd name="txR" fmla="*/ w 92714 100000"/>
              <a:gd name="txB" fmla="*/ h 91375 100000"/>
            </a:gdLst>
            <a:ahLst/>
            <a:cxnLst/>
            <a:rect l="txL" t="txT" r="txR" b="txB"/>
            <a:pathLst>
              <a:path w="1160145" h="662940">
                <a:moveTo>
                  <a:pt x="1160145" y="145847"/>
                </a:moveTo>
                <a:lnTo>
                  <a:pt x="1160145" y="517093"/>
                </a:lnTo>
                <a:cubicBezTo>
                  <a:pt x="1160145" y="597642"/>
                  <a:pt x="1094847" y="662940"/>
                  <a:pt x="1014298" y="662940"/>
                </a:cubicBezTo>
                <a:lnTo>
                  <a:pt x="291694" y="662940"/>
                </a:lnTo>
                <a:cubicBezTo>
                  <a:pt x="211145" y="662940"/>
                  <a:pt x="145847" y="597642"/>
                  <a:pt x="145847" y="517093"/>
                </a:cubicBezTo>
                <a:lnTo>
                  <a:pt x="145847" y="433530"/>
                </a:lnTo>
                <a:cubicBezTo>
                  <a:pt x="80216" y="431963"/>
                  <a:pt x="17502" y="424968"/>
                  <a:pt x="0" y="423088"/>
                </a:cubicBezTo>
                <a:cubicBezTo>
                  <a:pt x="36462" y="383063"/>
                  <a:pt x="72923" y="303013"/>
                  <a:pt x="145847" y="289672"/>
                </a:cubicBezTo>
                <a:lnTo>
                  <a:pt x="145847" y="145847"/>
                </a:lnTo>
                <a:cubicBezTo>
                  <a:pt x="145847" y="65298"/>
                  <a:pt x="211145" y="0"/>
                  <a:pt x="291694" y="0"/>
                </a:cubicBezTo>
                <a:lnTo>
                  <a:pt x="1014298" y="0"/>
                </a:lnTo>
                <a:cubicBezTo>
                  <a:pt x="1094847" y="0"/>
                  <a:pt x="1160145" y="65298"/>
                  <a:pt x="1160145" y="14584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79393" y="3696062"/>
            <a:ext cx="846077" cy="544439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Orders held steady through a grey…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49850" y="4352544"/>
            <a:ext cx="116014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1.27 x 0.72 in
35 chars at 9 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8192" y="269748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torn paper</a:t>
            </a:r>
          </a:p>
        </p:txBody>
      </p:sp>
      <p:sp>
        <p:nvSpPr>
          <p:cNvPr id="35" name="torn 1.0"/>
          <p:cNvSpPr/>
          <p:nvPr/>
        </p:nvSpPr>
        <p:spPr>
          <a:xfrm>
            <a:off x="6108192" y="2971800"/>
            <a:ext cx="1657350" cy="1325880"/>
          </a:xfrm>
          <a:custGeom>
            <a:avLst/>
            <a:gdLst>
              <a:gd name="txL" fmla="*/ w 3200 100000"/>
              <a:gd name="txT" fmla="*/ h 4000 100000"/>
              <a:gd name="txR" fmla="*/ w 96800 100000"/>
              <a:gd name="txB" fmla="*/ h 89750 100000"/>
            </a:gdLst>
            <a:ahLst/>
            <a:cxnLst/>
            <a:rect l="txL" t="txT" r="txR" b="txB"/>
            <a:pathLst>
              <a:path w="1657350" h="1325880">
                <a:moveTo>
                  <a:pt x="0" y="0"/>
                </a:moveTo>
                <a:lnTo>
                  <a:pt x="1657350" y="0"/>
                </a:lnTo>
                <a:lnTo>
                  <a:pt x="1657350" y="1325880"/>
                </a:lnTo>
                <a:lnTo>
                  <a:pt x="1575239" y="1295858"/>
                </a:lnTo>
                <a:lnTo>
                  <a:pt x="1528858" y="1283276"/>
                </a:lnTo>
                <a:lnTo>
                  <a:pt x="1472022" y="1261408"/>
                </a:lnTo>
                <a:lnTo>
                  <a:pt x="1422462" y="1268368"/>
                </a:lnTo>
                <a:lnTo>
                  <a:pt x="1352850" y="1246327"/>
                </a:lnTo>
                <a:lnTo>
                  <a:pt x="1288872" y="1276729"/>
                </a:lnTo>
                <a:lnTo>
                  <a:pt x="1206915" y="1273826"/>
                </a:lnTo>
                <a:lnTo>
                  <a:pt x="1161136" y="1269541"/>
                </a:lnTo>
                <a:lnTo>
                  <a:pt x="1062927" y="1289821"/>
                </a:lnTo>
                <a:lnTo>
                  <a:pt x="970491" y="1316581"/>
                </a:lnTo>
                <a:lnTo>
                  <a:pt x="890393" y="1284622"/>
                </a:lnTo>
                <a:lnTo>
                  <a:pt x="813578" y="1290700"/>
                </a:lnTo>
                <a:lnTo>
                  <a:pt x="778525" y="1285807"/>
                </a:lnTo>
                <a:lnTo>
                  <a:pt x="706943" y="1252912"/>
                </a:lnTo>
                <a:lnTo>
                  <a:pt x="609893" y="1264835"/>
                </a:lnTo>
                <a:lnTo>
                  <a:pt x="520096" y="1280277"/>
                </a:lnTo>
                <a:lnTo>
                  <a:pt x="434614" y="1281723"/>
                </a:lnTo>
                <a:lnTo>
                  <a:pt x="405765" y="1279641"/>
                </a:lnTo>
                <a:lnTo>
                  <a:pt x="349367" y="1284779"/>
                </a:lnTo>
                <a:lnTo>
                  <a:pt x="273685" y="1325880"/>
                </a:lnTo>
                <a:lnTo>
                  <a:pt x="210503" y="1291776"/>
                </a:lnTo>
                <a:lnTo>
                  <a:pt x="165196" y="1312163"/>
                </a:lnTo>
                <a:lnTo>
                  <a:pt x="75029" y="1304337"/>
                </a:lnTo>
                <a:lnTo>
                  <a:pt x="0" y="12861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61228" y="3024836"/>
            <a:ext cx="1551278" cy="1136941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 held steady through a grey quarter while every lost client…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08192" y="4352544"/>
            <a:ext cx="165735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1.81 x 1.45 in
68 chars at 14 pt</a:t>
            </a:r>
          </a:p>
        </p:txBody>
      </p:sp>
      <p:sp>
        <p:nvSpPr>
          <p:cNvPr id="38" name="torn 0.72"/>
          <p:cNvSpPr/>
          <p:nvPr/>
        </p:nvSpPr>
        <p:spPr>
          <a:xfrm>
            <a:off x="7994142" y="3343047"/>
            <a:ext cx="1193292" cy="954633"/>
          </a:xfrm>
          <a:custGeom>
            <a:avLst/>
            <a:gdLst>
              <a:gd name="txL" fmla="*/ w 3200 100000"/>
              <a:gd name="txT" fmla="*/ h 4000 100000"/>
              <a:gd name="txR" fmla="*/ w 96800 100000"/>
              <a:gd name="txB" fmla="*/ h 89750 100000"/>
            </a:gdLst>
            <a:ahLst/>
            <a:cxnLst/>
            <a:rect l="txL" t="txT" r="txR" b="txB"/>
            <a:pathLst>
              <a:path w="1193292" h="954633">
                <a:moveTo>
                  <a:pt x="0" y="0"/>
                </a:moveTo>
                <a:lnTo>
                  <a:pt x="1193292" y="0"/>
                </a:lnTo>
                <a:lnTo>
                  <a:pt x="1193292" y="954633"/>
                </a:lnTo>
                <a:lnTo>
                  <a:pt x="1134172" y="933017"/>
                </a:lnTo>
                <a:lnTo>
                  <a:pt x="1100778" y="923958"/>
                </a:lnTo>
                <a:lnTo>
                  <a:pt x="1059856" y="908213"/>
                </a:lnTo>
                <a:lnTo>
                  <a:pt x="1024173" y="913224"/>
                </a:lnTo>
                <a:lnTo>
                  <a:pt x="974052" y="897355"/>
                </a:lnTo>
                <a:lnTo>
                  <a:pt x="927988" y="919245"/>
                </a:lnTo>
                <a:lnTo>
                  <a:pt x="868979" y="917154"/>
                </a:lnTo>
                <a:lnTo>
                  <a:pt x="836018" y="914069"/>
                </a:lnTo>
                <a:lnTo>
                  <a:pt x="765308" y="928671"/>
                </a:lnTo>
                <a:lnTo>
                  <a:pt x="698754" y="947938"/>
                </a:lnTo>
                <a:lnTo>
                  <a:pt x="641083" y="924927"/>
                </a:lnTo>
                <a:lnTo>
                  <a:pt x="585777" y="929303"/>
                </a:lnTo>
                <a:lnTo>
                  <a:pt x="560538" y="925781"/>
                </a:lnTo>
                <a:lnTo>
                  <a:pt x="509000" y="902096"/>
                </a:lnTo>
                <a:lnTo>
                  <a:pt x="439124" y="910681"/>
                </a:lnTo>
                <a:lnTo>
                  <a:pt x="374469" y="921799"/>
                </a:lnTo>
                <a:lnTo>
                  <a:pt x="312923" y="922840"/>
                </a:lnTo>
                <a:lnTo>
                  <a:pt x="292152" y="921341"/>
                </a:lnTo>
                <a:lnTo>
                  <a:pt x="251545" y="925040"/>
                </a:lnTo>
                <a:lnTo>
                  <a:pt x="197054" y="954633"/>
                </a:lnTo>
                <a:lnTo>
                  <a:pt x="151563" y="930078"/>
                </a:lnTo>
                <a:lnTo>
                  <a:pt x="118942" y="944757"/>
                </a:lnTo>
                <a:lnTo>
                  <a:pt x="54022" y="939122"/>
                </a:lnTo>
                <a:lnTo>
                  <a:pt x="0" y="9259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32328" y="3381233"/>
            <a:ext cx="1116920" cy="818597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 held steady through a grey quarter while…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94142" y="4352544"/>
            <a:ext cx="11932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1.30 x 1.04 in
51 chars at 11 pt</a:t>
            </a:r>
          </a:p>
        </p:txBody>
      </p:sp>
      <p:sp>
        <p:nvSpPr>
          <p:cNvPr id="41" name="torn 0.5"/>
          <p:cNvSpPr/>
          <p:nvPr/>
        </p:nvSpPr>
        <p:spPr>
          <a:xfrm>
            <a:off x="9416034" y="3634740"/>
            <a:ext cx="828675" cy="662940"/>
          </a:xfrm>
          <a:custGeom>
            <a:avLst/>
            <a:gdLst>
              <a:gd name="txL" fmla="*/ w 3200 100000"/>
              <a:gd name="txT" fmla="*/ h 4000 100000"/>
              <a:gd name="txR" fmla="*/ w 96800 100000"/>
              <a:gd name="txB" fmla="*/ h 89750 100000"/>
            </a:gdLst>
            <a:ahLst/>
            <a:cxnLst/>
            <a:rect l="txL" t="txT" r="txR" b="txB"/>
            <a:pathLst>
              <a:path w="828675" h="662940">
                <a:moveTo>
                  <a:pt x="0" y="0"/>
                </a:moveTo>
                <a:lnTo>
                  <a:pt x="828675" y="0"/>
                </a:lnTo>
                <a:lnTo>
                  <a:pt x="828675" y="662940"/>
                </a:lnTo>
                <a:lnTo>
                  <a:pt x="787619" y="647929"/>
                </a:lnTo>
                <a:lnTo>
                  <a:pt x="764429" y="641638"/>
                </a:lnTo>
                <a:lnTo>
                  <a:pt x="736011" y="630704"/>
                </a:lnTo>
                <a:lnTo>
                  <a:pt x="711231" y="634184"/>
                </a:lnTo>
                <a:lnTo>
                  <a:pt x="676425" y="623164"/>
                </a:lnTo>
                <a:lnTo>
                  <a:pt x="644436" y="638365"/>
                </a:lnTo>
                <a:lnTo>
                  <a:pt x="603457" y="636913"/>
                </a:lnTo>
                <a:lnTo>
                  <a:pt x="580568" y="634770"/>
                </a:lnTo>
                <a:lnTo>
                  <a:pt x="531464" y="644911"/>
                </a:lnTo>
                <a:lnTo>
                  <a:pt x="485245" y="658291"/>
                </a:lnTo>
                <a:lnTo>
                  <a:pt x="445197" y="642311"/>
                </a:lnTo>
                <a:lnTo>
                  <a:pt x="406789" y="645350"/>
                </a:lnTo>
                <a:lnTo>
                  <a:pt x="389262" y="642904"/>
                </a:lnTo>
                <a:lnTo>
                  <a:pt x="353472" y="626456"/>
                </a:lnTo>
                <a:lnTo>
                  <a:pt x="304947" y="632418"/>
                </a:lnTo>
                <a:lnTo>
                  <a:pt x="260048" y="640139"/>
                </a:lnTo>
                <a:lnTo>
                  <a:pt x="217307" y="640862"/>
                </a:lnTo>
                <a:lnTo>
                  <a:pt x="202883" y="639820"/>
                </a:lnTo>
                <a:lnTo>
                  <a:pt x="174684" y="642389"/>
                </a:lnTo>
                <a:lnTo>
                  <a:pt x="136843" y="662940"/>
                </a:lnTo>
                <a:lnTo>
                  <a:pt x="105252" y="645888"/>
                </a:lnTo>
                <a:lnTo>
                  <a:pt x="82598" y="656082"/>
                </a:lnTo>
                <a:lnTo>
                  <a:pt x="37515" y="652169"/>
                </a:lnTo>
                <a:lnTo>
                  <a:pt x="0" y="64305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42552" y="3661258"/>
            <a:ext cx="775639" cy="568470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Orders held steady through a grey quarter…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6034" y="435254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0.91 x 0.72 in
44 chars at 9 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" y="470916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torn paper, top and bottom</a:t>
            </a:r>
          </a:p>
        </p:txBody>
      </p:sp>
      <p:sp>
        <p:nvSpPr>
          <p:cNvPr id="45" name="torn 1.0"/>
          <p:cNvSpPr/>
          <p:nvPr/>
        </p:nvSpPr>
        <p:spPr>
          <a:xfrm>
            <a:off x="301752" y="5058076"/>
            <a:ext cx="2377440" cy="1251284"/>
          </a:xfrm>
          <a:custGeom>
            <a:avLst/>
            <a:gdLst>
              <a:gd name="txL" fmla="*/ w 2105 100000"/>
              <a:gd name="txT" fmla="*/ h 10650 100000"/>
              <a:gd name="txR" fmla="*/ w 97895 100000"/>
              <a:gd name="txB" fmla="*/ h 89100 100000"/>
            </a:gdLst>
            <a:ahLst/>
            <a:cxnLst/>
            <a:rect l="txL" t="txT" r="txR" b="txB"/>
            <a:pathLst>
              <a:path w="2377440" h="1251284">
                <a:moveTo>
                  <a:pt x="0" y="0"/>
                </a:moveTo>
                <a:lnTo>
                  <a:pt x="63050" y="52284"/>
                </a:lnTo>
                <a:lnTo>
                  <a:pt x="130134" y="58961"/>
                </a:lnTo>
                <a:lnTo>
                  <a:pt x="160838" y="31008"/>
                </a:lnTo>
                <a:lnTo>
                  <a:pt x="243703" y="32090"/>
                </a:lnTo>
                <a:lnTo>
                  <a:pt x="285813" y="57329"/>
                </a:lnTo>
                <a:lnTo>
                  <a:pt x="343865" y="43769"/>
                </a:lnTo>
                <a:lnTo>
                  <a:pt x="402329" y="29476"/>
                </a:lnTo>
                <a:lnTo>
                  <a:pt x="438783" y="26249"/>
                </a:lnTo>
                <a:lnTo>
                  <a:pt x="523713" y="17684"/>
                </a:lnTo>
                <a:lnTo>
                  <a:pt x="600076" y="24578"/>
                </a:lnTo>
                <a:lnTo>
                  <a:pt x="630680" y="29621"/>
                </a:lnTo>
                <a:lnTo>
                  <a:pt x="696897" y="15868"/>
                </a:lnTo>
                <a:lnTo>
                  <a:pt x="725269" y="42032"/>
                </a:lnTo>
                <a:lnTo>
                  <a:pt x="783490" y="42674"/>
                </a:lnTo>
                <a:lnTo>
                  <a:pt x="869148" y="52923"/>
                </a:lnTo>
                <a:lnTo>
                  <a:pt x="957662" y="48803"/>
                </a:lnTo>
                <a:lnTo>
                  <a:pt x="1038056" y="55554"/>
                </a:lnTo>
                <a:lnTo>
                  <a:pt x="1127550" y="73480"/>
                </a:lnTo>
                <a:lnTo>
                  <a:pt x="1160412" y="41378"/>
                </a:lnTo>
                <a:lnTo>
                  <a:pt x="1201351" y="72882"/>
                </a:lnTo>
                <a:lnTo>
                  <a:pt x="1257099" y="53697"/>
                </a:lnTo>
                <a:lnTo>
                  <a:pt x="1303716" y="43504"/>
                </a:lnTo>
                <a:lnTo>
                  <a:pt x="1356066" y="30657"/>
                </a:lnTo>
                <a:lnTo>
                  <a:pt x="1421876" y="32426"/>
                </a:lnTo>
                <a:lnTo>
                  <a:pt x="1509249" y="28149"/>
                </a:lnTo>
                <a:lnTo>
                  <a:pt x="1598294" y="31369"/>
                </a:lnTo>
                <a:lnTo>
                  <a:pt x="1691532" y="25537"/>
                </a:lnTo>
                <a:lnTo>
                  <a:pt x="1728829" y="35733"/>
                </a:lnTo>
                <a:lnTo>
                  <a:pt x="1820286" y="46438"/>
                </a:lnTo>
                <a:lnTo>
                  <a:pt x="1885017" y="46356"/>
                </a:lnTo>
                <a:lnTo>
                  <a:pt x="1925559" y="56178"/>
                </a:lnTo>
                <a:lnTo>
                  <a:pt x="1990590" y="40864"/>
                </a:lnTo>
                <a:lnTo>
                  <a:pt x="2021155" y="67219"/>
                </a:lnTo>
                <a:lnTo>
                  <a:pt x="2114312" y="41041"/>
                </a:lnTo>
                <a:lnTo>
                  <a:pt x="2194685" y="54223"/>
                </a:lnTo>
                <a:lnTo>
                  <a:pt x="2231149" y="47850"/>
                </a:lnTo>
                <a:lnTo>
                  <a:pt x="2309373" y="65651"/>
                </a:lnTo>
                <a:lnTo>
                  <a:pt x="2338635" y="51939"/>
                </a:lnTo>
                <a:lnTo>
                  <a:pt x="2377440" y="37539"/>
                </a:lnTo>
                <a:lnTo>
                  <a:pt x="2377440" y="1251284"/>
                </a:lnTo>
                <a:lnTo>
                  <a:pt x="2328801" y="1218958"/>
                </a:lnTo>
                <a:lnTo>
                  <a:pt x="2236263" y="1230497"/>
                </a:lnTo>
                <a:lnTo>
                  <a:pt x="2142517" y="1229585"/>
                </a:lnTo>
                <a:lnTo>
                  <a:pt x="2111039" y="1213896"/>
                </a:lnTo>
                <a:lnTo>
                  <a:pt x="2082642" y="1227035"/>
                </a:lnTo>
                <a:lnTo>
                  <a:pt x="2028801" y="1203406"/>
                </a:lnTo>
                <a:lnTo>
                  <a:pt x="1991970" y="1222658"/>
                </a:lnTo>
                <a:lnTo>
                  <a:pt x="1907058" y="1203819"/>
                </a:lnTo>
                <a:lnTo>
                  <a:pt x="1816005" y="1176364"/>
                </a:lnTo>
                <a:lnTo>
                  <a:pt x="1764201" y="1195074"/>
                </a:lnTo>
                <a:lnTo>
                  <a:pt x="1702783" y="1190724"/>
                </a:lnTo>
                <a:lnTo>
                  <a:pt x="1636258" y="1200172"/>
                </a:lnTo>
                <a:lnTo>
                  <a:pt x="1568080" y="1192257"/>
                </a:lnTo>
                <a:lnTo>
                  <a:pt x="1507544" y="1220726"/>
                </a:lnTo>
                <a:lnTo>
                  <a:pt x="1432596" y="1237105"/>
                </a:lnTo>
                <a:lnTo>
                  <a:pt x="1385974" y="1210641"/>
                </a:lnTo>
                <a:lnTo>
                  <a:pt x="1324485" y="1231844"/>
                </a:lnTo>
                <a:lnTo>
                  <a:pt x="1297434" y="1238067"/>
                </a:lnTo>
                <a:lnTo>
                  <a:pt x="1231969" y="1251284"/>
                </a:lnTo>
                <a:lnTo>
                  <a:pt x="1164083" y="1225092"/>
                </a:lnTo>
                <a:lnTo>
                  <a:pt x="1133747" y="1222787"/>
                </a:lnTo>
                <a:lnTo>
                  <a:pt x="1075965" y="1214698"/>
                </a:lnTo>
                <a:lnTo>
                  <a:pt x="1025865" y="1207602"/>
                </a:lnTo>
                <a:lnTo>
                  <a:pt x="949720" y="1226610"/>
                </a:lnTo>
                <a:lnTo>
                  <a:pt x="919350" y="1196196"/>
                </a:lnTo>
                <a:lnTo>
                  <a:pt x="827983" y="1205812"/>
                </a:lnTo>
                <a:lnTo>
                  <a:pt x="770873" y="1189267"/>
                </a:lnTo>
                <a:lnTo>
                  <a:pt x="722972" y="1198433"/>
                </a:lnTo>
                <a:lnTo>
                  <a:pt x="675568" y="1199564"/>
                </a:lnTo>
                <a:lnTo>
                  <a:pt x="609046" y="1206789"/>
                </a:lnTo>
                <a:lnTo>
                  <a:pt x="557284" y="1192348"/>
                </a:lnTo>
                <a:lnTo>
                  <a:pt x="529188" y="1203892"/>
                </a:lnTo>
                <a:lnTo>
                  <a:pt x="453236" y="1223834"/>
                </a:lnTo>
                <a:lnTo>
                  <a:pt x="411922" y="1208400"/>
                </a:lnTo>
                <a:lnTo>
                  <a:pt x="369517" y="1238499"/>
                </a:lnTo>
                <a:lnTo>
                  <a:pt x="313831" y="1222363"/>
                </a:lnTo>
                <a:lnTo>
                  <a:pt x="280673" y="1240022"/>
                </a:lnTo>
                <a:lnTo>
                  <a:pt x="231845" y="1220714"/>
                </a:lnTo>
                <a:lnTo>
                  <a:pt x="175943" y="1219802"/>
                </a:lnTo>
                <a:lnTo>
                  <a:pt x="138228" y="1239962"/>
                </a:lnTo>
                <a:lnTo>
                  <a:pt x="68015" y="1212520"/>
                </a:lnTo>
                <a:lnTo>
                  <a:pt x="0" y="12137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1804" y="5191338"/>
            <a:ext cx="2277336" cy="981632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 held steady through a grey quarter while every lost client got a call…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" y="636422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2.60 x 1.37 in
81 chars at 14 pt</a:t>
            </a:r>
          </a:p>
        </p:txBody>
      </p:sp>
      <p:sp>
        <p:nvSpPr>
          <p:cNvPr id="48" name="torn 0.72"/>
          <p:cNvSpPr/>
          <p:nvPr/>
        </p:nvSpPr>
        <p:spPr>
          <a:xfrm>
            <a:off x="2907792" y="5408436"/>
            <a:ext cx="1711756" cy="900924"/>
          </a:xfrm>
          <a:custGeom>
            <a:avLst/>
            <a:gdLst>
              <a:gd name="txL" fmla="*/ w 2105 100000"/>
              <a:gd name="txT" fmla="*/ h 10650 100000"/>
              <a:gd name="txR" fmla="*/ w 97895 100000"/>
              <a:gd name="txB" fmla="*/ h 89100 100000"/>
            </a:gdLst>
            <a:ahLst/>
            <a:cxnLst/>
            <a:rect l="txL" t="txT" r="txR" b="txB"/>
            <a:pathLst>
              <a:path w="1711756" h="900924">
                <a:moveTo>
                  <a:pt x="0" y="0"/>
                </a:moveTo>
                <a:lnTo>
                  <a:pt x="45396" y="37645"/>
                </a:lnTo>
                <a:lnTo>
                  <a:pt x="93696" y="42452"/>
                </a:lnTo>
                <a:lnTo>
                  <a:pt x="115804" y="22326"/>
                </a:lnTo>
                <a:lnTo>
                  <a:pt x="175466" y="23105"/>
                </a:lnTo>
                <a:lnTo>
                  <a:pt x="205785" y="41277"/>
                </a:lnTo>
                <a:lnTo>
                  <a:pt x="247583" y="31514"/>
                </a:lnTo>
                <a:lnTo>
                  <a:pt x="289677" y="21223"/>
                </a:lnTo>
                <a:lnTo>
                  <a:pt x="315924" y="18899"/>
                </a:lnTo>
                <a:lnTo>
                  <a:pt x="377074" y="12733"/>
                </a:lnTo>
                <a:lnTo>
                  <a:pt x="432055" y="17696"/>
                </a:lnTo>
                <a:lnTo>
                  <a:pt x="454089" y="21327"/>
                </a:lnTo>
                <a:lnTo>
                  <a:pt x="501766" y="11425"/>
                </a:lnTo>
                <a:lnTo>
                  <a:pt x="522194" y="30263"/>
                </a:lnTo>
                <a:lnTo>
                  <a:pt x="564112" y="30726"/>
                </a:lnTo>
                <a:lnTo>
                  <a:pt x="625786" y="38104"/>
                </a:lnTo>
                <a:lnTo>
                  <a:pt x="689517" y="35138"/>
                </a:lnTo>
                <a:lnTo>
                  <a:pt x="747400" y="39999"/>
                </a:lnTo>
                <a:lnTo>
                  <a:pt x="811836" y="52906"/>
                </a:lnTo>
                <a:lnTo>
                  <a:pt x="835496" y="29792"/>
                </a:lnTo>
                <a:lnTo>
                  <a:pt x="864972" y="52475"/>
                </a:lnTo>
                <a:lnTo>
                  <a:pt x="905111" y="38662"/>
                </a:lnTo>
                <a:lnTo>
                  <a:pt x="938675" y="31323"/>
                </a:lnTo>
                <a:lnTo>
                  <a:pt x="976367" y="22073"/>
                </a:lnTo>
                <a:lnTo>
                  <a:pt x="1023750" y="23347"/>
                </a:lnTo>
                <a:lnTo>
                  <a:pt x="1086659" y="20268"/>
                </a:lnTo>
                <a:lnTo>
                  <a:pt x="1150771" y="22586"/>
                </a:lnTo>
                <a:lnTo>
                  <a:pt x="1217902" y="18387"/>
                </a:lnTo>
                <a:lnTo>
                  <a:pt x="1244756" y="25728"/>
                </a:lnTo>
                <a:lnTo>
                  <a:pt x="1310605" y="33435"/>
                </a:lnTo>
                <a:lnTo>
                  <a:pt x="1357211" y="33376"/>
                </a:lnTo>
                <a:lnTo>
                  <a:pt x="1386402" y="40448"/>
                </a:lnTo>
                <a:lnTo>
                  <a:pt x="1433224" y="29422"/>
                </a:lnTo>
                <a:lnTo>
                  <a:pt x="1455231" y="48397"/>
                </a:lnTo>
                <a:lnTo>
                  <a:pt x="1522304" y="29549"/>
                </a:lnTo>
                <a:lnTo>
                  <a:pt x="1580172" y="39041"/>
                </a:lnTo>
                <a:lnTo>
                  <a:pt x="1606426" y="34452"/>
                </a:lnTo>
                <a:lnTo>
                  <a:pt x="1662747" y="47269"/>
                </a:lnTo>
                <a:lnTo>
                  <a:pt x="1683817" y="37396"/>
                </a:lnTo>
                <a:lnTo>
                  <a:pt x="1711756" y="27028"/>
                </a:lnTo>
                <a:lnTo>
                  <a:pt x="1711756" y="900924"/>
                </a:lnTo>
                <a:lnTo>
                  <a:pt x="1676736" y="877650"/>
                </a:lnTo>
                <a:lnTo>
                  <a:pt x="1610108" y="885958"/>
                </a:lnTo>
                <a:lnTo>
                  <a:pt x="1542612" y="885301"/>
                </a:lnTo>
                <a:lnTo>
                  <a:pt x="1519948" y="874004"/>
                </a:lnTo>
                <a:lnTo>
                  <a:pt x="1499502" y="883464"/>
                </a:lnTo>
                <a:lnTo>
                  <a:pt x="1460736" y="866452"/>
                </a:lnTo>
                <a:lnTo>
                  <a:pt x="1434218" y="880313"/>
                </a:lnTo>
                <a:lnTo>
                  <a:pt x="1373081" y="866749"/>
                </a:lnTo>
                <a:lnTo>
                  <a:pt x="1307523" y="846982"/>
                </a:lnTo>
                <a:lnTo>
                  <a:pt x="1270224" y="860453"/>
                </a:lnTo>
                <a:lnTo>
                  <a:pt x="1226003" y="857321"/>
                </a:lnTo>
                <a:lnTo>
                  <a:pt x="1178106" y="864124"/>
                </a:lnTo>
                <a:lnTo>
                  <a:pt x="1129017" y="858425"/>
                </a:lnTo>
                <a:lnTo>
                  <a:pt x="1085431" y="878922"/>
                </a:lnTo>
                <a:lnTo>
                  <a:pt x="1031468" y="890715"/>
                </a:lnTo>
                <a:lnTo>
                  <a:pt x="997901" y="871661"/>
                </a:lnTo>
                <a:lnTo>
                  <a:pt x="953629" y="886927"/>
                </a:lnTo>
                <a:lnTo>
                  <a:pt x="934152" y="891407"/>
                </a:lnTo>
                <a:lnTo>
                  <a:pt x="887018" y="900924"/>
                </a:lnTo>
                <a:lnTo>
                  <a:pt x="838140" y="882066"/>
                </a:lnTo>
                <a:lnTo>
                  <a:pt x="816297" y="880406"/>
                </a:lnTo>
                <a:lnTo>
                  <a:pt x="774695" y="874582"/>
                </a:lnTo>
                <a:lnTo>
                  <a:pt x="738623" y="869473"/>
                </a:lnTo>
                <a:lnTo>
                  <a:pt x="683798" y="883159"/>
                </a:lnTo>
                <a:lnTo>
                  <a:pt x="661931" y="861260"/>
                </a:lnTo>
                <a:lnTo>
                  <a:pt x="596147" y="868184"/>
                </a:lnTo>
                <a:lnTo>
                  <a:pt x="555028" y="856272"/>
                </a:lnTo>
                <a:lnTo>
                  <a:pt x="520540" y="862872"/>
                </a:lnTo>
                <a:lnTo>
                  <a:pt x="486409" y="863686"/>
                </a:lnTo>
                <a:lnTo>
                  <a:pt x="438513" y="868887"/>
                </a:lnTo>
                <a:lnTo>
                  <a:pt x="401244" y="858490"/>
                </a:lnTo>
                <a:lnTo>
                  <a:pt x="381015" y="866802"/>
                </a:lnTo>
                <a:lnTo>
                  <a:pt x="326330" y="881160"/>
                </a:lnTo>
                <a:lnTo>
                  <a:pt x="296584" y="870048"/>
                </a:lnTo>
                <a:lnTo>
                  <a:pt x="266052" y="891719"/>
                </a:lnTo>
                <a:lnTo>
                  <a:pt x="225959" y="880101"/>
                </a:lnTo>
                <a:lnTo>
                  <a:pt x="202085" y="892815"/>
                </a:lnTo>
                <a:lnTo>
                  <a:pt x="166928" y="878913"/>
                </a:lnTo>
                <a:lnTo>
                  <a:pt x="126679" y="878257"/>
                </a:lnTo>
                <a:lnTo>
                  <a:pt x="99524" y="892772"/>
                </a:lnTo>
                <a:lnTo>
                  <a:pt x="48971" y="873014"/>
                </a:lnTo>
                <a:lnTo>
                  <a:pt x="0" y="87389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43829" y="5504385"/>
            <a:ext cx="1639682" cy="706774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 held steady through a grey quarter while every lost client got a…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07792" y="6364224"/>
            <a:ext cx="171175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1.87 x 0.99 in
74 chars at 11 pt</a:t>
            </a:r>
          </a:p>
        </p:txBody>
      </p:sp>
      <p:sp>
        <p:nvSpPr>
          <p:cNvPr id="51" name="torn 0.5"/>
          <p:cNvSpPr/>
          <p:nvPr/>
        </p:nvSpPr>
        <p:spPr>
          <a:xfrm>
            <a:off x="4848148" y="5683718"/>
            <a:ext cx="1188720" cy="625642"/>
          </a:xfrm>
          <a:custGeom>
            <a:avLst/>
            <a:gdLst>
              <a:gd name="txL" fmla="*/ w 2105 100000"/>
              <a:gd name="txT" fmla="*/ h 10650 100000"/>
              <a:gd name="txR" fmla="*/ w 97895 100000"/>
              <a:gd name="txB" fmla="*/ h 89100 100000"/>
            </a:gdLst>
            <a:ahLst/>
            <a:cxnLst/>
            <a:rect l="txL" t="txT" r="txR" b="txB"/>
            <a:pathLst>
              <a:path w="1188720" h="625642">
                <a:moveTo>
                  <a:pt x="0" y="0"/>
                </a:moveTo>
                <a:lnTo>
                  <a:pt x="31525" y="26142"/>
                </a:lnTo>
                <a:lnTo>
                  <a:pt x="65067" y="29480"/>
                </a:lnTo>
                <a:lnTo>
                  <a:pt x="80419" y="15504"/>
                </a:lnTo>
                <a:lnTo>
                  <a:pt x="121851" y="16045"/>
                </a:lnTo>
                <a:lnTo>
                  <a:pt x="142907" y="28665"/>
                </a:lnTo>
                <a:lnTo>
                  <a:pt x="171933" y="21885"/>
                </a:lnTo>
                <a:lnTo>
                  <a:pt x="201165" y="14738"/>
                </a:lnTo>
                <a:lnTo>
                  <a:pt x="219392" y="13125"/>
                </a:lnTo>
                <a:lnTo>
                  <a:pt x="261857" y="8842"/>
                </a:lnTo>
                <a:lnTo>
                  <a:pt x="300038" y="12289"/>
                </a:lnTo>
                <a:lnTo>
                  <a:pt x="315340" y="14811"/>
                </a:lnTo>
                <a:lnTo>
                  <a:pt x="348449" y="7934"/>
                </a:lnTo>
                <a:lnTo>
                  <a:pt x="362635" y="21016"/>
                </a:lnTo>
                <a:lnTo>
                  <a:pt x="391745" y="21337"/>
                </a:lnTo>
                <a:lnTo>
                  <a:pt x="434574" y="26461"/>
                </a:lnTo>
                <a:lnTo>
                  <a:pt x="478831" y="24402"/>
                </a:lnTo>
                <a:lnTo>
                  <a:pt x="519028" y="27777"/>
                </a:lnTo>
                <a:lnTo>
                  <a:pt x="563775" y="36740"/>
                </a:lnTo>
                <a:lnTo>
                  <a:pt x="580206" y="20689"/>
                </a:lnTo>
                <a:lnTo>
                  <a:pt x="600675" y="36441"/>
                </a:lnTo>
                <a:lnTo>
                  <a:pt x="628549" y="26848"/>
                </a:lnTo>
                <a:lnTo>
                  <a:pt x="651858" y="21752"/>
                </a:lnTo>
                <a:lnTo>
                  <a:pt x="678033" y="15328"/>
                </a:lnTo>
                <a:lnTo>
                  <a:pt x="710938" y="16213"/>
                </a:lnTo>
                <a:lnTo>
                  <a:pt x="754625" y="14075"/>
                </a:lnTo>
                <a:lnTo>
                  <a:pt x="799147" y="15685"/>
                </a:lnTo>
                <a:lnTo>
                  <a:pt x="845766" y="12769"/>
                </a:lnTo>
                <a:lnTo>
                  <a:pt x="864415" y="17866"/>
                </a:lnTo>
                <a:lnTo>
                  <a:pt x="910143" y="23219"/>
                </a:lnTo>
                <a:lnTo>
                  <a:pt x="942508" y="23178"/>
                </a:lnTo>
                <a:lnTo>
                  <a:pt x="962780" y="28089"/>
                </a:lnTo>
                <a:lnTo>
                  <a:pt x="995295" y="20432"/>
                </a:lnTo>
                <a:lnTo>
                  <a:pt x="1010577" y="33609"/>
                </a:lnTo>
                <a:lnTo>
                  <a:pt x="1057156" y="20520"/>
                </a:lnTo>
                <a:lnTo>
                  <a:pt x="1097342" y="27112"/>
                </a:lnTo>
                <a:lnTo>
                  <a:pt x="1115574" y="23925"/>
                </a:lnTo>
                <a:lnTo>
                  <a:pt x="1154686" y="32826"/>
                </a:lnTo>
                <a:lnTo>
                  <a:pt x="1169318" y="25969"/>
                </a:lnTo>
                <a:lnTo>
                  <a:pt x="1188720" y="18769"/>
                </a:lnTo>
                <a:lnTo>
                  <a:pt x="1188720" y="625642"/>
                </a:lnTo>
                <a:lnTo>
                  <a:pt x="1164400" y="609479"/>
                </a:lnTo>
                <a:lnTo>
                  <a:pt x="1118131" y="615249"/>
                </a:lnTo>
                <a:lnTo>
                  <a:pt x="1071259" y="614793"/>
                </a:lnTo>
                <a:lnTo>
                  <a:pt x="1055520" y="606948"/>
                </a:lnTo>
                <a:lnTo>
                  <a:pt x="1041321" y="613517"/>
                </a:lnTo>
                <a:lnTo>
                  <a:pt x="1014401" y="601703"/>
                </a:lnTo>
                <a:lnTo>
                  <a:pt x="995985" y="611329"/>
                </a:lnTo>
                <a:lnTo>
                  <a:pt x="953529" y="601909"/>
                </a:lnTo>
                <a:lnTo>
                  <a:pt x="908002" y="588182"/>
                </a:lnTo>
                <a:lnTo>
                  <a:pt x="882101" y="597537"/>
                </a:lnTo>
                <a:lnTo>
                  <a:pt x="851392" y="595362"/>
                </a:lnTo>
                <a:lnTo>
                  <a:pt x="818129" y="600086"/>
                </a:lnTo>
                <a:lnTo>
                  <a:pt x="784040" y="596129"/>
                </a:lnTo>
                <a:lnTo>
                  <a:pt x="753772" y="610363"/>
                </a:lnTo>
                <a:lnTo>
                  <a:pt x="716298" y="618553"/>
                </a:lnTo>
                <a:lnTo>
                  <a:pt x="692987" y="605320"/>
                </a:lnTo>
                <a:lnTo>
                  <a:pt x="662243" y="615922"/>
                </a:lnTo>
                <a:lnTo>
                  <a:pt x="648717" y="619033"/>
                </a:lnTo>
                <a:lnTo>
                  <a:pt x="615985" y="625642"/>
                </a:lnTo>
                <a:lnTo>
                  <a:pt x="582042" y="612546"/>
                </a:lnTo>
                <a:lnTo>
                  <a:pt x="566873" y="611394"/>
                </a:lnTo>
                <a:lnTo>
                  <a:pt x="537983" y="607349"/>
                </a:lnTo>
                <a:lnTo>
                  <a:pt x="512933" y="603801"/>
                </a:lnTo>
                <a:lnTo>
                  <a:pt x="474860" y="613305"/>
                </a:lnTo>
                <a:lnTo>
                  <a:pt x="459675" y="598098"/>
                </a:lnTo>
                <a:lnTo>
                  <a:pt x="413991" y="602906"/>
                </a:lnTo>
                <a:lnTo>
                  <a:pt x="385437" y="594633"/>
                </a:lnTo>
                <a:lnTo>
                  <a:pt x="361486" y="599217"/>
                </a:lnTo>
                <a:lnTo>
                  <a:pt x="337784" y="599782"/>
                </a:lnTo>
                <a:lnTo>
                  <a:pt x="304523" y="603394"/>
                </a:lnTo>
                <a:lnTo>
                  <a:pt x="278642" y="596174"/>
                </a:lnTo>
                <a:lnTo>
                  <a:pt x="264594" y="601946"/>
                </a:lnTo>
                <a:lnTo>
                  <a:pt x="226618" y="611917"/>
                </a:lnTo>
                <a:lnTo>
                  <a:pt x="205961" y="604200"/>
                </a:lnTo>
                <a:lnTo>
                  <a:pt x="184758" y="619250"/>
                </a:lnTo>
                <a:lnTo>
                  <a:pt x="156916" y="611182"/>
                </a:lnTo>
                <a:lnTo>
                  <a:pt x="140337" y="620011"/>
                </a:lnTo>
                <a:lnTo>
                  <a:pt x="115922" y="610357"/>
                </a:lnTo>
                <a:lnTo>
                  <a:pt x="87972" y="609901"/>
                </a:lnTo>
                <a:lnTo>
                  <a:pt x="69114" y="619981"/>
                </a:lnTo>
                <a:lnTo>
                  <a:pt x="34007" y="606260"/>
                </a:lnTo>
                <a:lnTo>
                  <a:pt x="0" y="6068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73174" y="5750349"/>
            <a:ext cx="1138668" cy="490816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Orders held steady through a grey quarter…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48148" y="63642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1.30 x 0.68 in
48 chars at 9 pt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08192" y="470916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hexagon</a:t>
            </a:r>
          </a:p>
        </p:txBody>
      </p:sp>
      <p:sp>
        <p:nvSpPr>
          <p:cNvPr id="55" name="polygon 1.0"/>
          <p:cNvSpPr/>
          <p:nvPr/>
        </p:nvSpPr>
        <p:spPr>
          <a:xfrm>
            <a:off x="6108192" y="4983480"/>
            <a:ext cx="1477185" cy="1325880"/>
          </a:xfrm>
          <a:custGeom>
            <a:avLst/>
            <a:gdLst>
              <a:gd name="txL" fmla="*/ w 22090 100000"/>
              <a:gd name="txT" fmla="*/ h 14584 100000"/>
              <a:gd name="txR" fmla="*/ w 77910 100000"/>
              <a:gd name="txB" fmla="*/ h 84572 100000"/>
            </a:gdLst>
            <a:ahLst/>
            <a:cxnLst/>
            <a:rect l="txL" t="txT" r="txR" b="txB"/>
            <a:pathLst>
              <a:path w="1477185" h="1325880">
                <a:moveTo>
                  <a:pt x="447704" y="1325880"/>
                </a:moveTo>
                <a:cubicBezTo>
                  <a:pt x="396970" y="1325880"/>
                  <a:pt x="335281" y="1290264"/>
                  <a:pt x="309914" y="1246327"/>
                </a:cubicBezTo>
                <a:lnTo>
                  <a:pt x="19025" y="742493"/>
                </a:lnTo>
                <a:cubicBezTo>
                  <a:pt x="-6342" y="698556"/>
                  <a:pt x="-6342" y="627324"/>
                  <a:pt x="19025" y="583387"/>
                </a:cubicBezTo>
                <a:lnTo>
                  <a:pt x="309914" y="79553"/>
                </a:lnTo>
                <a:cubicBezTo>
                  <a:pt x="335281" y="35616"/>
                  <a:pt x="396970" y="0"/>
                  <a:pt x="447704" y="0"/>
                </a:cubicBezTo>
                <a:lnTo>
                  <a:pt x="1029481" y="0"/>
                </a:lnTo>
                <a:cubicBezTo>
                  <a:pt x="1080215" y="0"/>
                  <a:pt x="1141904" y="35616"/>
                  <a:pt x="1167271" y="79553"/>
                </a:cubicBezTo>
                <a:lnTo>
                  <a:pt x="1458160" y="583387"/>
                </a:lnTo>
                <a:cubicBezTo>
                  <a:pt x="1483527" y="627324"/>
                  <a:pt x="1483527" y="698556"/>
                  <a:pt x="1458160" y="742493"/>
                </a:cubicBezTo>
                <a:lnTo>
                  <a:pt x="1167271" y="1246327"/>
                </a:lnTo>
                <a:cubicBezTo>
                  <a:pt x="1141904" y="1290264"/>
                  <a:pt x="1080215" y="1325880"/>
                  <a:pt x="1029481" y="13258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34507" y="5176848"/>
            <a:ext cx="824555" cy="927958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 held steady…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08192" y="6364224"/>
            <a:ext cx="147718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1.62 x 1.45 in
27 chars at 14 pt</a:t>
            </a:r>
          </a:p>
        </p:txBody>
      </p:sp>
      <p:sp>
        <p:nvSpPr>
          <p:cNvPr id="58" name="polygon 0.72"/>
          <p:cNvSpPr/>
          <p:nvPr/>
        </p:nvSpPr>
        <p:spPr>
          <a:xfrm>
            <a:off x="7813977" y="5354727"/>
            <a:ext cx="1063573" cy="954633"/>
          </a:xfrm>
          <a:custGeom>
            <a:avLst/>
            <a:gdLst>
              <a:gd name="txL" fmla="*/ w 22090 100000"/>
              <a:gd name="txT" fmla="*/ h 14584 100000"/>
              <a:gd name="txR" fmla="*/ w 77910 100000"/>
              <a:gd name="txB" fmla="*/ h 84572 100000"/>
            </a:gdLst>
            <a:ahLst/>
            <a:cxnLst/>
            <a:rect l="txL" t="txT" r="txR" b="txB"/>
            <a:pathLst>
              <a:path w="1063573" h="954633">
                <a:moveTo>
                  <a:pt x="322347" y="954633"/>
                </a:moveTo>
                <a:cubicBezTo>
                  <a:pt x="285818" y="954633"/>
                  <a:pt x="241402" y="928990"/>
                  <a:pt x="223138" y="897355"/>
                </a:cubicBezTo>
                <a:lnTo>
                  <a:pt x="13698" y="534594"/>
                </a:lnTo>
                <a:cubicBezTo>
                  <a:pt x="-4566" y="502960"/>
                  <a:pt x="-4566" y="451673"/>
                  <a:pt x="13698" y="420039"/>
                </a:cubicBezTo>
                <a:lnTo>
                  <a:pt x="223138" y="57278"/>
                </a:lnTo>
                <a:cubicBezTo>
                  <a:pt x="241402" y="25643"/>
                  <a:pt x="285818" y="0"/>
                  <a:pt x="322347" y="0"/>
                </a:cubicBezTo>
                <a:lnTo>
                  <a:pt x="741226" y="0"/>
                </a:lnTo>
                <a:cubicBezTo>
                  <a:pt x="777755" y="0"/>
                  <a:pt x="822171" y="25643"/>
                  <a:pt x="840435" y="57278"/>
                </a:cubicBezTo>
                <a:lnTo>
                  <a:pt x="1049875" y="420039"/>
                </a:lnTo>
                <a:cubicBezTo>
                  <a:pt x="1068139" y="451673"/>
                  <a:pt x="1068139" y="502960"/>
                  <a:pt x="1049875" y="534594"/>
                </a:cubicBezTo>
                <a:lnTo>
                  <a:pt x="840435" y="897355"/>
                </a:lnTo>
                <a:cubicBezTo>
                  <a:pt x="822171" y="928990"/>
                  <a:pt x="777755" y="954633"/>
                  <a:pt x="741226" y="95463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8924" y="5493952"/>
            <a:ext cx="593679" cy="668130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 held steady…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13977" y="6364224"/>
            <a:ext cx="106357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1.16 x 1.04 in
20 chars at 11 pt</a:t>
            </a:r>
          </a:p>
        </p:txBody>
      </p:sp>
      <p:sp>
        <p:nvSpPr>
          <p:cNvPr id="61" name="polygon 0.5"/>
          <p:cNvSpPr/>
          <p:nvPr/>
        </p:nvSpPr>
        <p:spPr>
          <a:xfrm>
            <a:off x="9106150" y="5646420"/>
            <a:ext cx="738592" cy="662940"/>
          </a:xfrm>
          <a:custGeom>
            <a:avLst/>
            <a:gdLst>
              <a:gd name="txL" fmla="*/ w 22090 100000"/>
              <a:gd name="txT" fmla="*/ h 14584 100000"/>
              <a:gd name="txR" fmla="*/ w 77910 100000"/>
              <a:gd name="txB" fmla="*/ h 84572 100000"/>
            </a:gdLst>
            <a:ahLst/>
            <a:cxnLst/>
            <a:rect l="txL" t="txT" r="txR" b="txB"/>
            <a:pathLst>
              <a:path w="738592" h="662940">
                <a:moveTo>
                  <a:pt x="223852" y="662940"/>
                </a:moveTo>
                <a:cubicBezTo>
                  <a:pt x="198485" y="662940"/>
                  <a:pt x="167640" y="645132"/>
                  <a:pt x="154957" y="623164"/>
                </a:cubicBezTo>
                <a:lnTo>
                  <a:pt x="9513" y="371246"/>
                </a:lnTo>
                <a:cubicBezTo>
                  <a:pt x="-3171" y="349278"/>
                  <a:pt x="-3171" y="313662"/>
                  <a:pt x="9513" y="291694"/>
                </a:cubicBezTo>
                <a:lnTo>
                  <a:pt x="154957" y="39776"/>
                </a:lnTo>
                <a:cubicBezTo>
                  <a:pt x="167640" y="17808"/>
                  <a:pt x="198485" y="0"/>
                  <a:pt x="223852" y="0"/>
                </a:cubicBezTo>
                <a:lnTo>
                  <a:pt x="514740" y="0"/>
                </a:lnTo>
                <a:cubicBezTo>
                  <a:pt x="540107" y="0"/>
                  <a:pt x="570952" y="17808"/>
                  <a:pt x="583635" y="39776"/>
                </a:cubicBezTo>
                <a:lnTo>
                  <a:pt x="729079" y="291694"/>
                </a:lnTo>
                <a:cubicBezTo>
                  <a:pt x="741763" y="313662"/>
                  <a:pt x="741763" y="349278"/>
                  <a:pt x="729079" y="371246"/>
                </a:cubicBezTo>
                <a:lnTo>
                  <a:pt x="583635" y="623164"/>
                </a:lnTo>
                <a:cubicBezTo>
                  <a:pt x="570952" y="645132"/>
                  <a:pt x="540107" y="662940"/>
                  <a:pt x="514740" y="66294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69308" y="5743104"/>
            <a:ext cx="412276" cy="463979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Orders held…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06150" y="636422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0.81 x 0.72 in
15 chars at 9 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228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Shapes library: container silhouettes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2743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>
                <a:solidFill>
                  <a:schemeClr val="accent3"/>
                </a:solidFill>
              </a:rPr>
              <a:t>Dashed: safe text box, sample text cut to its limit · 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" y="68580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pentagon</a:t>
            </a:r>
          </a:p>
        </p:txBody>
      </p:sp>
      <p:sp>
        <p:nvSpPr>
          <p:cNvPr id="5" name="polygon 1.0"/>
          <p:cNvSpPr/>
          <p:nvPr/>
        </p:nvSpPr>
        <p:spPr>
          <a:xfrm>
            <a:off x="301752" y="960120"/>
            <a:ext cx="1379077" cy="1325880"/>
          </a:xfrm>
          <a:custGeom>
            <a:avLst/>
            <a:gdLst>
              <a:gd name="txL" fmla="*/ w 21346 100000"/>
              <a:gd name="txT" fmla="*/ h 26363 100000"/>
              <a:gd name="txR" fmla="*/ w 78654 100000"/>
              <a:gd name="txB" fmla="*/ h 91691 100000"/>
            </a:gdLst>
            <a:ahLst/>
            <a:cxnLst/>
            <a:rect l="txL" t="txT" r="txR" b="txB"/>
            <a:pathLst>
              <a:path w="1379077" h="1325880">
                <a:moveTo>
                  <a:pt x="353094" y="1325880"/>
                </a:moveTo>
                <a:cubicBezTo>
                  <a:pt x="294414" y="1325880"/>
                  <a:pt x="232149" y="1280642"/>
                  <a:pt x="214016" y="1224834"/>
                </a:cubicBezTo>
                <a:lnTo>
                  <a:pt x="6082" y="584878"/>
                </a:lnTo>
                <a:cubicBezTo>
                  <a:pt x="-12051" y="529071"/>
                  <a:pt x="11732" y="455874"/>
                  <a:pt x="59205" y="421383"/>
                </a:cubicBezTo>
                <a:lnTo>
                  <a:pt x="603584" y="25868"/>
                </a:lnTo>
                <a:cubicBezTo>
                  <a:pt x="651057" y="-8623"/>
                  <a:pt x="728020" y="-8623"/>
                  <a:pt x="775493" y="25868"/>
                </a:cubicBezTo>
                <a:lnTo>
                  <a:pt x="1319872" y="421383"/>
                </a:lnTo>
                <a:cubicBezTo>
                  <a:pt x="1367345" y="455874"/>
                  <a:pt x="1391128" y="529071"/>
                  <a:pt x="1372995" y="584878"/>
                </a:cubicBezTo>
                <a:lnTo>
                  <a:pt x="1165061" y="1224834"/>
                </a:lnTo>
                <a:cubicBezTo>
                  <a:pt x="1146928" y="1280642"/>
                  <a:pt x="1084663" y="1325880"/>
                  <a:pt x="1025983" y="13258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6126" y="1309657"/>
            <a:ext cx="790329" cy="866178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 held steady…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340864"/>
            <a:ext cx="1379077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1.51 x 1.45 in
27 chars at 14 pt</a:t>
            </a:r>
          </a:p>
        </p:txBody>
      </p:sp>
      <p:sp>
        <p:nvSpPr>
          <p:cNvPr id="8" name="polygon 0.72"/>
          <p:cNvSpPr/>
          <p:nvPr/>
        </p:nvSpPr>
        <p:spPr>
          <a:xfrm>
            <a:off x="1909429" y="1331367"/>
            <a:ext cx="992935" cy="954633"/>
          </a:xfrm>
          <a:custGeom>
            <a:avLst/>
            <a:gdLst>
              <a:gd name="txL" fmla="*/ w 21346 100000"/>
              <a:gd name="txT" fmla="*/ h 26363 100000"/>
              <a:gd name="txR" fmla="*/ w 78654 100000"/>
              <a:gd name="txB" fmla="*/ h 91691 100000"/>
            </a:gdLst>
            <a:ahLst/>
            <a:cxnLst/>
            <a:rect l="txL" t="txT" r="txR" b="txB"/>
            <a:pathLst>
              <a:path w="992935" h="954633">
                <a:moveTo>
                  <a:pt x="254227" y="954633"/>
                </a:moveTo>
                <a:cubicBezTo>
                  <a:pt x="211978" y="954633"/>
                  <a:pt x="167147" y="922062"/>
                  <a:pt x="154092" y="881880"/>
                </a:cubicBezTo>
                <a:lnTo>
                  <a:pt x="4379" y="421112"/>
                </a:lnTo>
                <a:cubicBezTo>
                  <a:pt x="-8677" y="380931"/>
                  <a:pt x="8447" y="328229"/>
                  <a:pt x="42628" y="303395"/>
                </a:cubicBezTo>
                <a:lnTo>
                  <a:pt x="434580" y="18625"/>
                </a:lnTo>
                <a:cubicBezTo>
                  <a:pt x="468761" y="-6208"/>
                  <a:pt x="524174" y="-6208"/>
                  <a:pt x="558355" y="18625"/>
                </a:cubicBezTo>
                <a:lnTo>
                  <a:pt x="950307" y="303395"/>
                </a:lnTo>
                <a:cubicBezTo>
                  <a:pt x="984488" y="328229"/>
                  <a:pt x="1001612" y="380931"/>
                  <a:pt x="988556" y="421112"/>
                </a:cubicBezTo>
                <a:lnTo>
                  <a:pt x="838843" y="881880"/>
                </a:lnTo>
                <a:cubicBezTo>
                  <a:pt x="825788" y="922062"/>
                  <a:pt x="780957" y="954633"/>
                  <a:pt x="738708" y="95463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21378" y="1583034"/>
            <a:ext cx="569037" cy="623647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 held…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9429" y="2340864"/>
            <a:ext cx="9929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1.09 x 1.04 in
17 chars at 11 pt</a:t>
            </a:r>
          </a:p>
        </p:txBody>
      </p:sp>
      <p:sp>
        <p:nvSpPr>
          <p:cNvPr id="11" name="polygon 0.5"/>
          <p:cNvSpPr/>
          <p:nvPr/>
        </p:nvSpPr>
        <p:spPr>
          <a:xfrm>
            <a:off x="3130964" y="1623060"/>
            <a:ext cx="689538" cy="662940"/>
          </a:xfrm>
          <a:custGeom>
            <a:avLst/>
            <a:gdLst>
              <a:gd name="txL" fmla="*/ w 21346 100000"/>
              <a:gd name="txT" fmla="*/ h 26363 100000"/>
              <a:gd name="txR" fmla="*/ w 78654 100000"/>
              <a:gd name="txB" fmla="*/ h 91691 100000"/>
            </a:gdLst>
            <a:ahLst/>
            <a:cxnLst/>
            <a:rect l="txL" t="txT" r="txR" b="txB"/>
            <a:pathLst>
              <a:path w="689538" h="662940">
                <a:moveTo>
                  <a:pt x="176547" y="662940"/>
                </a:moveTo>
                <a:cubicBezTo>
                  <a:pt x="147207" y="662940"/>
                  <a:pt x="116075" y="640321"/>
                  <a:pt x="107008" y="612417"/>
                </a:cubicBezTo>
                <a:lnTo>
                  <a:pt x="3041" y="292439"/>
                </a:lnTo>
                <a:cubicBezTo>
                  <a:pt x="-6025" y="264535"/>
                  <a:pt x="5866" y="227937"/>
                  <a:pt x="29602" y="210691"/>
                </a:cubicBezTo>
                <a:lnTo>
                  <a:pt x="301792" y="12934"/>
                </a:lnTo>
                <a:cubicBezTo>
                  <a:pt x="325528" y="-4311"/>
                  <a:pt x="364010" y="-4311"/>
                  <a:pt x="387746" y="12934"/>
                </a:cubicBezTo>
                <a:lnTo>
                  <a:pt x="659936" y="210691"/>
                </a:lnTo>
                <a:cubicBezTo>
                  <a:pt x="683672" y="227937"/>
                  <a:pt x="695563" y="264535"/>
                  <a:pt x="686497" y="292439"/>
                </a:cubicBezTo>
                <a:lnTo>
                  <a:pt x="582530" y="612417"/>
                </a:lnTo>
                <a:cubicBezTo>
                  <a:pt x="573463" y="640321"/>
                  <a:pt x="542331" y="662940"/>
                  <a:pt x="512991" y="66294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8151" y="1797829"/>
            <a:ext cx="395164" cy="433088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Orders held…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0964" y="234086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0.75 x 0.72 in
15 chars at 9 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68580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hand-drawn</a:t>
            </a:r>
          </a:p>
        </p:txBody>
      </p:sp>
      <p:sp>
        <p:nvSpPr>
          <p:cNvPr id="15" name="handdrawn 1.0"/>
          <p:cNvSpPr/>
          <p:nvPr/>
        </p:nvSpPr>
        <p:spPr>
          <a:xfrm>
            <a:off x="6108192" y="960120"/>
            <a:ext cx="2121408" cy="1325880"/>
          </a:xfrm>
          <a:custGeom>
            <a:avLst/>
            <a:gdLst>
              <a:gd name="txL" fmla="*/ w 6250 100000"/>
              <a:gd name="txT" fmla="*/ h 6000 100000"/>
              <a:gd name="txR" fmla="*/ w 93750 100000"/>
              <a:gd name="txB" fmla="*/ h 94000 100000"/>
            </a:gdLst>
            <a:ahLst/>
            <a:cxnLst/>
            <a:rect l="txL" t="txT" r="txR" b="txB"/>
            <a:pathLst>
              <a:path w="2121408" h="1325880">
                <a:moveTo>
                  <a:pt x="106070" y="-6905"/>
                </a:moveTo>
                <a:cubicBezTo>
                  <a:pt x="172032" y="-13152"/>
                  <a:pt x="318211" y="-9563"/>
                  <a:pt x="424282" y="-8969"/>
                </a:cubicBezTo>
                <a:cubicBezTo>
                  <a:pt x="530352" y="-8375"/>
                  <a:pt x="636422" y="-5335"/>
                  <a:pt x="742493" y="-3341"/>
                </a:cubicBezTo>
                <a:cubicBezTo>
                  <a:pt x="848563" y="-1346"/>
                  <a:pt x="954634" y="2202"/>
                  <a:pt x="1060704" y="2996"/>
                </a:cubicBezTo>
                <a:cubicBezTo>
                  <a:pt x="1166774" y="3789"/>
                  <a:pt x="1272845" y="1473"/>
                  <a:pt x="1378915" y="1422"/>
                </a:cubicBezTo>
                <a:cubicBezTo>
                  <a:pt x="1484986" y="1370"/>
                  <a:pt x="1591056" y="3627"/>
                  <a:pt x="1697126" y="2688"/>
                </a:cubicBezTo>
                <a:cubicBezTo>
                  <a:pt x="1803197" y="1749"/>
                  <a:pt x="1949554" y="-8693"/>
                  <a:pt x="2015338" y="-4211"/>
                </a:cubicBezTo>
                <a:cubicBezTo>
                  <a:pt x="2081121" y="271"/>
                  <a:pt x="2074422" y="11198"/>
                  <a:pt x="2091830" y="29578"/>
                </a:cubicBezTo>
                <a:cubicBezTo>
                  <a:pt x="2109237" y="47959"/>
                  <a:pt x="2115079" y="31447"/>
                  <a:pt x="2119781" y="106070"/>
                </a:cubicBezTo>
                <a:cubicBezTo>
                  <a:pt x="2124483" y="180693"/>
                  <a:pt x="2119619" y="353568"/>
                  <a:pt x="2120044" y="477317"/>
                </a:cubicBezTo>
                <a:cubicBezTo>
                  <a:pt x="2120469" y="601066"/>
                  <a:pt x="2120654" y="724814"/>
                  <a:pt x="2122329" y="848563"/>
                </a:cubicBezTo>
                <a:cubicBezTo>
                  <a:pt x="2124005" y="972312"/>
                  <a:pt x="2134916" y="1144923"/>
                  <a:pt x="2130096" y="1219810"/>
                </a:cubicBezTo>
                <a:cubicBezTo>
                  <a:pt x="2125277" y="1294696"/>
                  <a:pt x="2112539" y="1279394"/>
                  <a:pt x="2093412" y="1297884"/>
                </a:cubicBezTo>
                <a:cubicBezTo>
                  <a:pt x="2074286" y="1316375"/>
                  <a:pt x="2081385" y="1326369"/>
                  <a:pt x="2015338" y="1330753"/>
                </a:cubicBezTo>
                <a:cubicBezTo>
                  <a:pt x="1949290" y="1335136"/>
                  <a:pt x="1803197" y="1324299"/>
                  <a:pt x="1697126" y="1324186"/>
                </a:cubicBezTo>
                <a:cubicBezTo>
                  <a:pt x="1591056" y="1324074"/>
                  <a:pt x="1484986" y="1329014"/>
                  <a:pt x="1378915" y="1330077"/>
                </a:cubicBezTo>
                <a:cubicBezTo>
                  <a:pt x="1272845" y="1331139"/>
                  <a:pt x="1166774" y="1331665"/>
                  <a:pt x="1060704" y="1330561"/>
                </a:cubicBezTo>
                <a:cubicBezTo>
                  <a:pt x="954634" y="1329457"/>
                  <a:pt x="848563" y="1323087"/>
                  <a:pt x="742493" y="1323453"/>
                </a:cubicBezTo>
                <a:cubicBezTo>
                  <a:pt x="636422" y="1323819"/>
                  <a:pt x="530352" y="1330111"/>
                  <a:pt x="424282" y="1332759"/>
                </a:cubicBezTo>
                <a:cubicBezTo>
                  <a:pt x="318211" y="1335408"/>
                  <a:pt x="172399" y="1344873"/>
                  <a:pt x="106070" y="1339342"/>
                </a:cubicBezTo>
                <a:cubicBezTo>
                  <a:pt x="39741" y="1333811"/>
                  <a:pt x="46257" y="1319494"/>
                  <a:pt x="26308" y="1299572"/>
                </a:cubicBezTo>
                <a:cubicBezTo>
                  <a:pt x="6359" y="1279650"/>
                  <a:pt x="-6646" y="1294978"/>
                  <a:pt x="-13623" y="1219810"/>
                </a:cubicBezTo>
                <a:cubicBezTo>
                  <a:pt x="-20600" y="1144641"/>
                  <a:pt x="-17034" y="972312"/>
                  <a:pt x="-15555" y="848563"/>
                </a:cubicBezTo>
                <a:cubicBezTo>
                  <a:pt x="-14076" y="724814"/>
                  <a:pt x="-6139" y="601066"/>
                  <a:pt x="-4749" y="477317"/>
                </a:cubicBezTo>
                <a:cubicBezTo>
                  <a:pt x="-3360" y="353568"/>
                  <a:pt x="-12764" y="180871"/>
                  <a:pt x="-7220" y="106070"/>
                </a:cubicBezTo>
                <a:cubicBezTo>
                  <a:pt x="-1676" y="31270"/>
                  <a:pt x="9633" y="47344"/>
                  <a:pt x="28515" y="28515"/>
                </a:cubicBezTo>
                <a:cubicBezTo>
                  <a:pt x="47396" y="9686"/>
                  <a:pt x="40109" y="-657"/>
                  <a:pt x="106070" y="-6905"/>
                </a:cubicBezTo>
                <a:close/>
              </a:path>
              <a:path w="2121408" h="1325880" fill="none">
                <a:moveTo>
                  <a:pt x="106070" y="-10394"/>
                </a:moveTo>
                <a:cubicBezTo>
                  <a:pt x="171438" y="-17492"/>
                  <a:pt x="318211" y="-11402"/>
                  <a:pt x="424282" y="-10512"/>
                </a:cubicBezTo>
                <a:cubicBezTo>
                  <a:pt x="530352" y="-9622"/>
                  <a:pt x="636422" y="-8078"/>
                  <a:pt x="742493" y="-5055"/>
                </a:cubicBezTo>
                <a:cubicBezTo>
                  <a:pt x="848563" y="-2033"/>
                  <a:pt x="954634" y="5798"/>
                  <a:pt x="1060704" y="7626"/>
                </a:cubicBezTo>
                <a:cubicBezTo>
                  <a:pt x="1166774" y="9453"/>
                  <a:pt x="1272845" y="7121"/>
                  <a:pt x="1378915" y="5910"/>
                </a:cubicBezTo>
                <a:cubicBezTo>
                  <a:pt x="1484986" y="4699"/>
                  <a:pt x="1591056" y="3106"/>
                  <a:pt x="1697126" y="360"/>
                </a:cubicBezTo>
                <a:cubicBezTo>
                  <a:pt x="1803197" y="-2385"/>
                  <a:pt x="1949179" y="-15061"/>
                  <a:pt x="2015338" y="-10565"/>
                </a:cubicBezTo>
                <a:cubicBezTo>
                  <a:pt x="2081496" y="-6070"/>
                  <a:pt x="2073402" y="7893"/>
                  <a:pt x="2094076" y="27332"/>
                </a:cubicBezTo>
                <a:cubicBezTo>
                  <a:pt x="2114750" y="46771"/>
                  <a:pt x="2133277" y="31073"/>
                  <a:pt x="2139379" y="106070"/>
                </a:cubicBezTo>
                <a:cubicBezTo>
                  <a:pt x="2145482" y="181068"/>
                  <a:pt x="2131250" y="353568"/>
                  <a:pt x="2130693" y="477317"/>
                </a:cubicBezTo>
                <a:cubicBezTo>
                  <a:pt x="2130136" y="601066"/>
                  <a:pt x="2137282" y="724814"/>
                  <a:pt x="2136035" y="848563"/>
                </a:cubicBezTo>
                <a:cubicBezTo>
                  <a:pt x="2134788" y="972312"/>
                  <a:pt x="2130721" y="1145328"/>
                  <a:pt x="2123211" y="1219810"/>
                </a:cubicBezTo>
                <a:cubicBezTo>
                  <a:pt x="2115702" y="1294291"/>
                  <a:pt x="2108957" y="1276282"/>
                  <a:pt x="2090978" y="1295450"/>
                </a:cubicBezTo>
                <a:cubicBezTo>
                  <a:pt x="2072999" y="1314619"/>
                  <a:pt x="2080980" y="1328718"/>
                  <a:pt x="2015338" y="1334821"/>
                </a:cubicBezTo>
                <a:cubicBezTo>
                  <a:pt x="1949696" y="1340924"/>
                  <a:pt x="1803197" y="1335101"/>
                  <a:pt x="1697126" y="1332067"/>
                </a:cubicBezTo>
                <a:cubicBezTo>
                  <a:pt x="1591056" y="1329033"/>
                  <a:pt x="1484986" y="1317544"/>
                  <a:pt x="1378915" y="1316618"/>
                </a:cubicBezTo>
                <a:cubicBezTo>
                  <a:pt x="1272845" y="1315692"/>
                  <a:pt x="1166774" y="1325350"/>
                  <a:pt x="1060704" y="1326512"/>
                </a:cubicBezTo>
                <a:cubicBezTo>
                  <a:pt x="954634" y="1327674"/>
                  <a:pt x="848563" y="1322495"/>
                  <a:pt x="742493" y="1323591"/>
                </a:cubicBezTo>
                <a:cubicBezTo>
                  <a:pt x="636422" y="1324686"/>
                  <a:pt x="530352" y="1331314"/>
                  <a:pt x="424282" y="1333087"/>
                </a:cubicBezTo>
                <a:cubicBezTo>
                  <a:pt x="318211" y="1334859"/>
                  <a:pt x="172098" y="1340113"/>
                  <a:pt x="106070" y="1334226"/>
                </a:cubicBezTo>
                <a:cubicBezTo>
                  <a:pt x="40043" y="1328339"/>
                  <a:pt x="44393" y="1316833"/>
                  <a:pt x="28117" y="1297763"/>
                </a:cubicBezTo>
                <a:cubicBezTo>
                  <a:pt x="11840" y="1278694"/>
                  <a:pt x="12298" y="1294676"/>
                  <a:pt x="8411" y="1219810"/>
                </a:cubicBezTo>
                <a:cubicBezTo>
                  <a:pt x="4523" y="1144943"/>
                  <a:pt x="7352" y="972312"/>
                  <a:pt x="4793" y="848563"/>
                </a:cubicBezTo>
                <a:cubicBezTo>
                  <a:pt x="2234" y="724814"/>
                  <a:pt x="-6621" y="601066"/>
                  <a:pt x="-6944" y="477317"/>
                </a:cubicBezTo>
                <a:cubicBezTo>
                  <a:pt x="-7267" y="353568"/>
                  <a:pt x="-3649" y="180277"/>
                  <a:pt x="2855" y="106070"/>
                </a:cubicBezTo>
                <a:cubicBezTo>
                  <a:pt x="9358" y="31864"/>
                  <a:pt x="14874" y="51487"/>
                  <a:pt x="32077" y="32077"/>
                </a:cubicBezTo>
                <a:cubicBezTo>
                  <a:pt x="49279" y="12666"/>
                  <a:pt x="40703" y="-3296"/>
                  <a:pt x="106070" y="-10394"/>
                </a:cubicBezTo>
                <a:close/>
              </a:path>
            </a:pathLst>
          </a:custGeom>
          <a:solidFill>
            <a:schemeClr val="accent1"/>
          </a:solidFill>
          <a:ln w="15875">
            <a:solidFill>
              <a:schemeClr val="tx1"/>
            </a:solidFill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0780" y="1039673"/>
            <a:ext cx="1856232" cy="1166774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 held steady through a grey quarter while every lost client got a call and…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2340864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2.32 x 1.45 in
85 chars at 14 pt</a:t>
            </a:r>
          </a:p>
        </p:txBody>
      </p:sp>
      <p:sp>
        <p:nvSpPr>
          <p:cNvPr id="18" name="handdrawn 0.72"/>
          <p:cNvSpPr/>
          <p:nvPr/>
        </p:nvSpPr>
        <p:spPr>
          <a:xfrm>
            <a:off x="8458200" y="1331367"/>
            <a:ext cx="1527413" cy="954633"/>
          </a:xfrm>
          <a:custGeom>
            <a:avLst/>
            <a:gdLst>
              <a:gd name="txL" fmla="*/ w 6250 100000"/>
              <a:gd name="txT" fmla="*/ h 6000 100000"/>
              <a:gd name="txR" fmla="*/ w 93750 100000"/>
              <a:gd name="txB" fmla="*/ h 94000 100000"/>
            </a:gdLst>
            <a:ahLst/>
            <a:cxnLst/>
            <a:rect l="txL" t="txT" r="txR" b="txB"/>
            <a:pathLst>
              <a:path w="1527413" h="954633">
                <a:moveTo>
                  <a:pt x="76371" y="-4971"/>
                </a:moveTo>
                <a:cubicBezTo>
                  <a:pt x="123863" y="-9469"/>
                  <a:pt x="229112" y="-6885"/>
                  <a:pt x="305483" y="-6458"/>
                </a:cubicBezTo>
                <a:cubicBezTo>
                  <a:pt x="381853" y="-6030"/>
                  <a:pt x="458224" y="-3841"/>
                  <a:pt x="534595" y="-2405"/>
                </a:cubicBezTo>
                <a:cubicBezTo>
                  <a:pt x="610965" y="-969"/>
                  <a:pt x="687336" y="1585"/>
                  <a:pt x="763707" y="2157"/>
                </a:cubicBezTo>
                <a:cubicBezTo>
                  <a:pt x="840077" y="2728"/>
                  <a:pt x="916448" y="1061"/>
                  <a:pt x="992818" y="1024"/>
                </a:cubicBezTo>
                <a:cubicBezTo>
                  <a:pt x="1069189" y="987"/>
                  <a:pt x="1145560" y="2611"/>
                  <a:pt x="1221930" y="1935"/>
                </a:cubicBezTo>
                <a:cubicBezTo>
                  <a:pt x="1298301" y="1259"/>
                  <a:pt x="1403678" y="-6259"/>
                  <a:pt x="1451042" y="-3032"/>
                </a:cubicBezTo>
                <a:cubicBezTo>
                  <a:pt x="1498407" y="195"/>
                  <a:pt x="1493583" y="8063"/>
                  <a:pt x="1506117" y="21296"/>
                </a:cubicBezTo>
                <a:cubicBezTo>
                  <a:pt x="1518650" y="34530"/>
                  <a:pt x="1522856" y="22642"/>
                  <a:pt x="1526242" y="76371"/>
                </a:cubicBezTo>
                <a:cubicBezTo>
                  <a:pt x="1529627" y="130099"/>
                  <a:pt x="1526125" y="254569"/>
                  <a:pt x="1526431" y="343668"/>
                </a:cubicBezTo>
                <a:cubicBezTo>
                  <a:pt x="1526737" y="432767"/>
                  <a:pt x="1526870" y="521866"/>
                  <a:pt x="1528076" y="610965"/>
                </a:cubicBezTo>
                <a:cubicBezTo>
                  <a:pt x="1529283" y="700064"/>
                  <a:pt x="1537139" y="824344"/>
                  <a:pt x="1533669" y="878262"/>
                </a:cubicBezTo>
                <a:cubicBezTo>
                  <a:pt x="1530199" y="932181"/>
                  <a:pt x="1521027" y="921163"/>
                  <a:pt x="1507256" y="934476"/>
                </a:cubicBezTo>
                <a:cubicBezTo>
                  <a:pt x="1493485" y="947789"/>
                  <a:pt x="1498597" y="954985"/>
                  <a:pt x="1451042" y="958141"/>
                </a:cubicBezTo>
                <a:cubicBezTo>
                  <a:pt x="1403488" y="961297"/>
                  <a:pt x="1298301" y="953495"/>
                  <a:pt x="1221930" y="953414"/>
                </a:cubicBezTo>
                <a:cubicBezTo>
                  <a:pt x="1145560" y="953332"/>
                  <a:pt x="1069189" y="956890"/>
                  <a:pt x="992818" y="957655"/>
                </a:cubicBezTo>
                <a:cubicBezTo>
                  <a:pt x="916448" y="958420"/>
                  <a:pt x="840077" y="958798"/>
                  <a:pt x="763706" y="958003"/>
                </a:cubicBezTo>
                <a:cubicBezTo>
                  <a:pt x="687336" y="957209"/>
                  <a:pt x="610965" y="952622"/>
                  <a:pt x="534595" y="952886"/>
                </a:cubicBezTo>
                <a:cubicBezTo>
                  <a:pt x="458224" y="953149"/>
                  <a:pt x="381853" y="957679"/>
                  <a:pt x="305483" y="959586"/>
                </a:cubicBezTo>
                <a:cubicBezTo>
                  <a:pt x="229112" y="961493"/>
                  <a:pt x="124127" y="968308"/>
                  <a:pt x="76371" y="964326"/>
                </a:cubicBezTo>
                <a:cubicBezTo>
                  <a:pt x="28614" y="960343"/>
                  <a:pt x="33305" y="950035"/>
                  <a:pt x="18942" y="935691"/>
                </a:cubicBezTo>
                <a:cubicBezTo>
                  <a:pt x="4578" y="921348"/>
                  <a:pt x="-4785" y="932383"/>
                  <a:pt x="-9809" y="878262"/>
                </a:cubicBezTo>
                <a:cubicBezTo>
                  <a:pt x="-14832" y="824141"/>
                  <a:pt x="-12265" y="700064"/>
                  <a:pt x="-11200" y="610965"/>
                </a:cubicBezTo>
                <a:cubicBezTo>
                  <a:pt x="-10135" y="521866"/>
                  <a:pt x="-4420" y="432767"/>
                  <a:pt x="-3419" y="343668"/>
                </a:cubicBezTo>
                <a:cubicBezTo>
                  <a:pt x="-2419" y="254569"/>
                  <a:pt x="-9190" y="130227"/>
                  <a:pt x="-5198" y="76371"/>
                </a:cubicBezTo>
                <a:cubicBezTo>
                  <a:pt x="-1206" y="22514"/>
                  <a:pt x="6936" y="34088"/>
                  <a:pt x="20531" y="20531"/>
                </a:cubicBezTo>
                <a:cubicBezTo>
                  <a:pt x="34125" y="6974"/>
                  <a:pt x="28879" y="-473"/>
                  <a:pt x="76371" y="-4971"/>
                </a:cubicBezTo>
                <a:close/>
              </a:path>
              <a:path w="1527413" h="954633" fill="none">
                <a:moveTo>
                  <a:pt x="76371" y="-7484"/>
                </a:moveTo>
                <a:cubicBezTo>
                  <a:pt x="123435" y="-12595"/>
                  <a:pt x="229112" y="-8209"/>
                  <a:pt x="305483" y="-7568"/>
                </a:cubicBezTo>
                <a:cubicBezTo>
                  <a:pt x="381853" y="-6928"/>
                  <a:pt x="458224" y="-5816"/>
                  <a:pt x="534595" y="-3640"/>
                </a:cubicBezTo>
                <a:cubicBezTo>
                  <a:pt x="610965" y="-1463"/>
                  <a:pt x="687336" y="4175"/>
                  <a:pt x="763707" y="5491"/>
                </a:cubicBezTo>
                <a:cubicBezTo>
                  <a:pt x="840077" y="6806"/>
                  <a:pt x="916448" y="5127"/>
                  <a:pt x="992818" y="4255"/>
                </a:cubicBezTo>
                <a:cubicBezTo>
                  <a:pt x="1069189" y="3383"/>
                  <a:pt x="1145560" y="2237"/>
                  <a:pt x="1221930" y="260"/>
                </a:cubicBezTo>
                <a:cubicBezTo>
                  <a:pt x="1298301" y="-1717"/>
                  <a:pt x="1403408" y="-10844"/>
                  <a:pt x="1451042" y="-7607"/>
                </a:cubicBezTo>
                <a:cubicBezTo>
                  <a:pt x="1498676" y="-4371"/>
                  <a:pt x="1492849" y="5683"/>
                  <a:pt x="1507734" y="19679"/>
                </a:cubicBezTo>
                <a:cubicBezTo>
                  <a:pt x="1522619" y="33675"/>
                  <a:pt x="1535958" y="22372"/>
                  <a:pt x="1540352" y="76371"/>
                </a:cubicBezTo>
                <a:cubicBezTo>
                  <a:pt x="1544746" y="130369"/>
                  <a:pt x="1534500" y="254569"/>
                  <a:pt x="1534098" y="343668"/>
                </a:cubicBezTo>
                <a:cubicBezTo>
                  <a:pt x="1533697" y="432767"/>
                  <a:pt x="1538843" y="521866"/>
                  <a:pt x="1537945" y="610965"/>
                </a:cubicBezTo>
                <a:cubicBezTo>
                  <a:pt x="1537047" y="700064"/>
                  <a:pt x="1534118" y="824636"/>
                  <a:pt x="1528711" y="878262"/>
                </a:cubicBezTo>
                <a:cubicBezTo>
                  <a:pt x="1523304" y="931889"/>
                  <a:pt x="1518448" y="918922"/>
                  <a:pt x="1505504" y="932724"/>
                </a:cubicBezTo>
                <a:cubicBezTo>
                  <a:pt x="1492559" y="946525"/>
                  <a:pt x="1498305" y="956677"/>
                  <a:pt x="1451042" y="961071"/>
                </a:cubicBezTo>
                <a:cubicBezTo>
                  <a:pt x="1403780" y="965465"/>
                  <a:pt x="1298301" y="961272"/>
                  <a:pt x="1221930" y="959088"/>
                </a:cubicBezTo>
                <a:cubicBezTo>
                  <a:pt x="1145560" y="956903"/>
                  <a:pt x="1069189" y="948631"/>
                  <a:pt x="992818" y="947964"/>
                </a:cubicBezTo>
                <a:cubicBezTo>
                  <a:pt x="916448" y="947298"/>
                  <a:pt x="840077" y="954251"/>
                  <a:pt x="763706" y="955088"/>
                </a:cubicBezTo>
                <a:cubicBezTo>
                  <a:pt x="687336" y="955925"/>
                  <a:pt x="610965" y="952196"/>
                  <a:pt x="534595" y="952985"/>
                </a:cubicBezTo>
                <a:cubicBezTo>
                  <a:pt x="458224" y="953774"/>
                  <a:pt x="381853" y="958546"/>
                  <a:pt x="305483" y="959822"/>
                </a:cubicBezTo>
                <a:cubicBezTo>
                  <a:pt x="229112" y="961098"/>
                  <a:pt x="123910" y="964881"/>
                  <a:pt x="76371" y="960642"/>
                </a:cubicBezTo>
                <a:cubicBezTo>
                  <a:pt x="28831" y="956403"/>
                  <a:pt x="31963" y="948119"/>
                  <a:pt x="20244" y="934389"/>
                </a:cubicBezTo>
                <a:cubicBezTo>
                  <a:pt x="8525" y="920659"/>
                  <a:pt x="8854" y="932166"/>
                  <a:pt x="6056" y="878262"/>
                </a:cubicBezTo>
                <a:cubicBezTo>
                  <a:pt x="3257" y="824358"/>
                  <a:pt x="5294" y="700064"/>
                  <a:pt x="3451" y="610965"/>
                </a:cubicBezTo>
                <a:cubicBezTo>
                  <a:pt x="1609" y="521866"/>
                  <a:pt x="-4767" y="432767"/>
                  <a:pt x="-5000" y="343668"/>
                </a:cubicBezTo>
                <a:cubicBezTo>
                  <a:pt x="-5232" y="254569"/>
                  <a:pt x="-2627" y="129799"/>
                  <a:pt x="2055" y="76371"/>
                </a:cubicBezTo>
                <a:cubicBezTo>
                  <a:pt x="6738" y="22942"/>
                  <a:pt x="10709" y="37071"/>
                  <a:pt x="23095" y="23095"/>
                </a:cubicBezTo>
                <a:cubicBezTo>
                  <a:pt x="35481" y="9119"/>
                  <a:pt x="29306" y="-2373"/>
                  <a:pt x="76371" y="-7484"/>
                </a:cubicBezTo>
                <a:close/>
              </a:path>
            </a:pathLst>
          </a:custGeom>
          <a:solidFill>
            <a:schemeClr val="accent3"/>
          </a:solidFill>
          <a:ln w="15875">
            <a:solidFill>
              <a:schemeClr val="tx1"/>
            </a:solidFill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53664" y="1388645"/>
            <a:ext cx="1336485" cy="840077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 held steady through a grey quarter while every lost client got a…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340864"/>
            <a:ext cx="152741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1.67 x 1.04 in
76 chars at 11 pt</a:t>
            </a:r>
          </a:p>
        </p:txBody>
      </p:sp>
      <p:sp>
        <p:nvSpPr>
          <p:cNvPr id="21" name="handdrawn 0.5"/>
          <p:cNvSpPr/>
          <p:nvPr/>
        </p:nvSpPr>
        <p:spPr>
          <a:xfrm>
            <a:off x="10214213" y="1623060"/>
            <a:ext cx="1060704" cy="662940"/>
          </a:xfrm>
          <a:custGeom>
            <a:avLst/>
            <a:gdLst>
              <a:gd name="txL" fmla="*/ w 6250 100000"/>
              <a:gd name="txT" fmla="*/ h 6000 100000"/>
              <a:gd name="txR" fmla="*/ w 93750 100000"/>
              <a:gd name="txB" fmla="*/ h 94000 100000"/>
            </a:gdLst>
            <a:ahLst/>
            <a:cxnLst/>
            <a:rect l="txL" t="txT" r="txR" b="txB"/>
            <a:pathLst>
              <a:path w="1060704" h="662940">
                <a:moveTo>
                  <a:pt x="53035" y="-3452"/>
                </a:moveTo>
                <a:cubicBezTo>
                  <a:pt x="86016" y="-6576"/>
                  <a:pt x="159106" y="-4781"/>
                  <a:pt x="212141" y="-4484"/>
                </a:cubicBezTo>
                <a:cubicBezTo>
                  <a:pt x="265176" y="-4187"/>
                  <a:pt x="318211" y="-2667"/>
                  <a:pt x="371246" y="-1670"/>
                </a:cubicBezTo>
                <a:cubicBezTo>
                  <a:pt x="424282" y="-673"/>
                  <a:pt x="477317" y="1101"/>
                  <a:pt x="530352" y="1498"/>
                </a:cubicBezTo>
                <a:cubicBezTo>
                  <a:pt x="583387" y="1895"/>
                  <a:pt x="636422" y="736"/>
                  <a:pt x="689458" y="711"/>
                </a:cubicBezTo>
                <a:cubicBezTo>
                  <a:pt x="742493" y="685"/>
                  <a:pt x="795528" y="1813"/>
                  <a:pt x="848563" y="1344"/>
                </a:cubicBezTo>
                <a:cubicBezTo>
                  <a:pt x="901598" y="874"/>
                  <a:pt x="974777" y="-4346"/>
                  <a:pt x="1007669" y="-2106"/>
                </a:cubicBezTo>
                <a:cubicBezTo>
                  <a:pt x="1040561" y="135"/>
                  <a:pt x="1037211" y="5599"/>
                  <a:pt x="1045915" y="14789"/>
                </a:cubicBezTo>
                <a:cubicBezTo>
                  <a:pt x="1054618" y="23979"/>
                  <a:pt x="1057539" y="15724"/>
                  <a:pt x="1059891" y="53035"/>
                </a:cubicBezTo>
                <a:cubicBezTo>
                  <a:pt x="1062242" y="90347"/>
                  <a:pt x="1059810" y="176784"/>
                  <a:pt x="1060022" y="238658"/>
                </a:cubicBezTo>
                <a:cubicBezTo>
                  <a:pt x="1060234" y="300533"/>
                  <a:pt x="1060327" y="362407"/>
                  <a:pt x="1061165" y="424282"/>
                </a:cubicBezTo>
                <a:cubicBezTo>
                  <a:pt x="1062002" y="486156"/>
                  <a:pt x="1067458" y="572461"/>
                  <a:pt x="1065048" y="609905"/>
                </a:cubicBezTo>
                <a:cubicBezTo>
                  <a:pt x="1062638" y="647348"/>
                  <a:pt x="1056269" y="639697"/>
                  <a:pt x="1046706" y="648942"/>
                </a:cubicBezTo>
                <a:cubicBezTo>
                  <a:pt x="1037143" y="658187"/>
                  <a:pt x="1040693" y="663184"/>
                  <a:pt x="1007669" y="665376"/>
                </a:cubicBezTo>
                <a:cubicBezTo>
                  <a:pt x="974645" y="667568"/>
                  <a:pt x="901598" y="662149"/>
                  <a:pt x="848563" y="662093"/>
                </a:cubicBezTo>
                <a:cubicBezTo>
                  <a:pt x="795528" y="662037"/>
                  <a:pt x="742493" y="664507"/>
                  <a:pt x="689458" y="665038"/>
                </a:cubicBezTo>
                <a:cubicBezTo>
                  <a:pt x="636422" y="665570"/>
                  <a:pt x="583387" y="665833"/>
                  <a:pt x="530352" y="665281"/>
                </a:cubicBezTo>
                <a:cubicBezTo>
                  <a:pt x="477317" y="664729"/>
                  <a:pt x="424282" y="661543"/>
                  <a:pt x="371246" y="661726"/>
                </a:cubicBezTo>
                <a:cubicBezTo>
                  <a:pt x="318211" y="661910"/>
                  <a:pt x="265176" y="665056"/>
                  <a:pt x="212141" y="666380"/>
                </a:cubicBezTo>
                <a:cubicBezTo>
                  <a:pt x="159106" y="667704"/>
                  <a:pt x="86200" y="672437"/>
                  <a:pt x="53035" y="669671"/>
                </a:cubicBezTo>
                <a:cubicBezTo>
                  <a:pt x="19871" y="666906"/>
                  <a:pt x="23128" y="659747"/>
                  <a:pt x="13154" y="649786"/>
                </a:cubicBezTo>
                <a:cubicBezTo>
                  <a:pt x="3179" y="639825"/>
                  <a:pt x="-3323" y="647489"/>
                  <a:pt x="-6812" y="609905"/>
                </a:cubicBezTo>
                <a:cubicBezTo>
                  <a:pt x="-10300" y="572321"/>
                  <a:pt x="-8517" y="486156"/>
                  <a:pt x="-7778" y="424282"/>
                </a:cubicBezTo>
                <a:cubicBezTo>
                  <a:pt x="-7038" y="362407"/>
                  <a:pt x="-3069" y="300533"/>
                  <a:pt x="-2375" y="238658"/>
                </a:cubicBezTo>
                <a:cubicBezTo>
                  <a:pt x="-1680" y="176784"/>
                  <a:pt x="-6382" y="90435"/>
                  <a:pt x="-3610" y="53035"/>
                </a:cubicBezTo>
                <a:cubicBezTo>
                  <a:pt x="-838" y="15635"/>
                  <a:pt x="4817" y="23672"/>
                  <a:pt x="14257" y="14257"/>
                </a:cubicBezTo>
                <a:cubicBezTo>
                  <a:pt x="23698" y="4843"/>
                  <a:pt x="20055" y="-329"/>
                  <a:pt x="53035" y="-3452"/>
                </a:cubicBezTo>
                <a:close/>
              </a:path>
              <a:path w="1060704" h="662940" fill="none">
                <a:moveTo>
                  <a:pt x="53035" y="-5197"/>
                </a:moveTo>
                <a:cubicBezTo>
                  <a:pt x="85719" y="-8746"/>
                  <a:pt x="159106" y="-5701"/>
                  <a:pt x="212141" y="-5256"/>
                </a:cubicBezTo>
                <a:cubicBezTo>
                  <a:pt x="265176" y="-4811"/>
                  <a:pt x="318211" y="-4039"/>
                  <a:pt x="371246" y="-2528"/>
                </a:cubicBezTo>
                <a:cubicBezTo>
                  <a:pt x="424282" y="-1016"/>
                  <a:pt x="477317" y="2899"/>
                  <a:pt x="530352" y="3813"/>
                </a:cubicBezTo>
                <a:cubicBezTo>
                  <a:pt x="583387" y="4727"/>
                  <a:pt x="636422" y="3560"/>
                  <a:pt x="689458" y="2955"/>
                </a:cubicBezTo>
                <a:cubicBezTo>
                  <a:pt x="742493" y="2349"/>
                  <a:pt x="795528" y="1553"/>
                  <a:pt x="848563" y="180"/>
                </a:cubicBezTo>
                <a:cubicBezTo>
                  <a:pt x="901598" y="-1193"/>
                  <a:pt x="974590" y="-7530"/>
                  <a:pt x="1007669" y="-5283"/>
                </a:cubicBezTo>
                <a:cubicBezTo>
                  <a:pt x="1040748" y="-3035"/>
                  <a:pt x="1036701" y="3946"/>
                  <a:pt x="1047038" y="13666"/>
                </a:cubicBezTo>
                <a:cubicBezTo>
                  <a:pt x="1057375" y="23386"/>
                  <a:pt x="1066638" y="15536"/>
                  <a:pt x="1069690" y="53035"/>
                </a:cubicBezTo>
                <a:cubicBezTo>
                  <a:pt x="1072741" y="90534"/>
                  <a:pt x="1065625" y="176784"/>
                  <a:pt x="1065347" y="238658"/>
                </a:cubicBezTo>
                <a:cubicBezTo>
                  <a:pt x="1065068" y="300533"/>
                  <a:pt x="1068641" y="362407"/>
                  <a:pt x="1068018" y="424282"/>
                </a:cubicBezTo>
                <a:cubicBezTo>
                  <a:pt x="1067394" y="486156"/>
                  <a:pt x="1065360" y="572664"/>
                  <a:pt x="1061606" y="609905"/>
                </a:cubicBezTo>
                <a:cubicBezTo>
                  <a:pt x="1057851" y="647145"/>
                  <a:pt x="1054479" y="638141"/>
                  <a:pt x="1045489" y="647725"/>
                </a:cubicBezTo>
                <a:cubicBezTo>
                  <a:pt x="1036500" y="657309"/>
                  <a:pt x="1040490" y="664359"/>
                  <a:pt x="1007669" y="667411"/>
                </a:cubicBezTo>
                <a:cubicBezTo>
                  <a:pt x="974848" y="670462"/>
                  <a:pt x="901598" y="667550"/>
                  <a:pt x="848563" y="666033"/>
                </a:cubicBezTo>
                <a:cubicBezTo>
                  <a:pt x="795528" y="664516"/>
                  <a:pt x="742493" y="658772"/>
                  <a:pt x="689458" y="658309"/>
                </a:cubicBezTo>
                <a:cubicBezTo>
                  <a:pt x="636422" y="657846"/>
                  <a:pt x="583387" y="662675"/>
                  <a:pt x="530352" y="663256"/>
                </a:cubicBezTo>
                <a:cubicBezTo>
                  <a:pt x="477317" y="663837"/>
                  <a:pt x="424282" y="661247"/>
                  <a:pt x="371246" y="661795"/>
                </a:cubicBezTo>
                <a:cubicBezTo>
                  <a:pt x="318211" y="662343"/>
                  <a:pt x="265176" y="665657"/>
                  <a:pt x="212141" y="666543"/>
                </a:cubicBezTo>
                <a:cubicBezTo>
                  <a:pt x="159106" y="667430"/>
                  <a:pt x="86049" y="670057"/>
                  <a:pt x="53035" y="667113"/>
                </a:cubicBezTo>
                <a:cubicBezTo>
                  <a:pt x="20021" y="664169"/>
                  <a:pt x="22197" y="658416"/>
                  <a:pt x="14058" y="648882"/>
                </a:cubicBezTo>
                <a:cubicBezTo>
                  <a:pt x="5920" y="639347"/>
                  <a:pt x="6149" y="647338"/>
                  <a:pt x="4205" y="609905"/>
                </a:cubicBezTo>
                <a:cubicBezTo>
                  <a:pt x="2262" y="572471"/>
                  <a:pt x="3676" y="486156"/>
                  <a:pt x="2397" y="424282"/>
                </a:cubicBezTo>
                <a:cubicBezTo>
                  <a:pt x="1117" y="362407"/>
                  <a:pt x="-3310" y="300533"/>
                  <a:pt x="-3472" y="238658"/>
                </a:cubicBezTo>
                <a:cubicBezTo>
                  <a:pt x="-3634" y="176784"/>
                  <a:pt x="-1824" y="90139"/>
                  <a:pt x="1427" y="53035"/>
                </a:cubicBezTo>
                <a:cubicBezTo>
                  <a:pt x="4679" y="15932"/>
                  <a:pt x="7437" y="25744"/>
                  <a:pt x="16038" y="16038"/>
                </a:cubicBezTo>
                <a:cubicBezTo>
                  <a:pt x="24640" y="6333"/>
                  <a:pt x="20351" y="-1648"/>
                  <a:pt x="53035" y="-5197"/>
                </a:cubicBezTo>
                <a:close/>
              </a:path>
            </a:pathLst>
          </a:custGeom>
          <a:solidFill>
            <a:schemeClr val="accent5"/>
          </a:solidFill>
          <a:ln w="15875">
            <a:solidFill>
              <a:schemeClr val="tx1"/>
            </a:solidFill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0507" y="1662837"/>
            <a:ext cx="928116" cy="583386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Orders held steady through a grey quarter while…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14213" y="2340864"/>
            <a:ext cx="106070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1.16 x 0.72 in
51 chars at 9 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" y="269748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hand-drawn, seed 7</a:t>
            </a:r>
          </a:p>
        </p:txBody>
      </p:sp>
      <p:sp>
        <p:nvSpPr>
          <p:cNvPr id="25" name="handdrawn 1.0"/>
          <p:cNvSpPr/>
          <p:nvPr/>
        </p:nvSpPr>
        <p:spPr>
          <a:xfrm>
            <a:off x="301752" y="2971800"/>
            <a:ext cx="1524761" cy="1325880"/>
          </a:xfrm>
          <a:custGeom>
            <a:avLst/>
            <a:gdLst>
              <a:gd name="txL" fmla="*/ w 8217 100000"/>
              <a:gd name="txT" fmla="*/ h 7725 100000"/>
              <a:gd name="txR" fmla="*/ w 91783 100000"/>
              <a:gd name="txB" fmla="*/ h 92325 100000"/>
            </a:gdLst>
            <a:ahLst/>
            <a:cxnLst/>
            <a:rect l="txL" t="txT" r="txR" b="txB"/>
            <a:pathLst>
              <a:path w="1524761" h="1325880">
                <a:moveTo>
                  <a:pt x="106070" y="3248"/>
                </a:moveTo>
                <a:cubicBezTo>
                  <a:pt x="173321" y="-502"/>
                  <a:pt x="324840" y="8475"/>
                  <a:pt x="434225" y="8223"/>
                </a:cubicBezTo>
                <a:cubicBezTo>
                  <a:pt x="543610" y="7972"/>
                  <a:pt x="652995" y="1637"/>
                  <a:pt x="762381" y="1740"/>
                </a:cubicBezTo>
                <a:cubicBezTo>
                  <a:pt x="871766" y="1843"/>
                  <a:pt x="981151" y="8430"/>
                  <a:pt x="1090536" y="8840"/>
                </a:cubicBezTo>
                <a:cubicBezTo>
                  <a:pt x="1199921" y="9250"/>
                  <a:pt x="1351745" y="248"/>
                  <a:pt x="1418691" y="4200"/>
                </a:cubicBezTo>
                <a:cubicBezTo>
                  <a:pt x="1485636" y="8152"/>
                  <a:pt x="1475328" y="15574"/>
                  <a:pt x="1492209" y="32552"/>
                </a:cubicBezTo>
                <a:cubicBezTo>
                  <a:pt x="1509089" y="49531"/>
                  <a:pt x="1516346" y="47412"/>
                  <a:pt x="1519975" y="106070"/>
                </a:cubicBezTo>
                <a:cubicBezTo>
                  <a:pt x="1523603" y="164729"/>
                  <a:pt x="1514147" y="291694"/>
                  <a:pt x="1513980" y="384505"/>
                </a:cubicBezTo>
                <a:cubicBezTo>
                  <a:pt x="1513812" y="477317"/>
                  <a:pt x="1519124" y="570128"/>
                  <a:pt x="1518968" y="662940"/>
                </a:cubicBezTo>
                <a:cubicBezTo>
                  <a:pt x="1518813" y="755752"/>
                  <a:pt x="1513360" y="848563"/>
                  <a:pt x="1513048" y="941375"/>
                </a:cubicBezTo>
                <a:cubicBezTo>
                  <a:pt x="1512736" y="1034186"/>
                  <a:pt x="1520773" y="1161355"/>
                  <a:pt x="1517096" y="1219810"/>
                </a:cubicBezTo>
                <a:cubicBezTo>
                  <a:pt x="1513418" y="1278264"/>
                  <a:pt x="1507384" y="1276449"/>
                  <a:pt x="1490984" y="1292103"/>
                </a:cubicBezTo>
                <a:cubicBezTo>
                  <a:pt x="1474583" y="1307757"/>
                  <a:pt x="1485432" y="1310475"/>
                  <a:pt x="1418691" y="1313734"/>
                </a:cubicBezTo>
                <a:cubicBezTo>
                  <a:pt x="1351949" y="1316992"/>
                  <a:pt x="1199921" y="1311165"/>
                  <a:pt x="1090536" y="1311654"/>
                </a:cubicBezTo>
                <a:cubicBezTo>
                  <a:pt x="981151" y="1312142"/>
                  <a:pt x="871766" y="1314133"/>
                  <a:pt x="762380" y="1316664"/>
                </a:cubicBezTo>
                <a:cubicBezTo>
                  <a:pt x="652995" y="1319195"/>
                  <a:pt x="543610" y="1326369"/>
                  <a:pt x="434225" y="1326837"/>
                </a:cubicBezTo>
                <a:cubicBezTo>
                  <a:pt x="324840" y="1327305"/>
                  <a:pt x="172886" y="1325186"/>
                  <a:pt x="106070" y="1319471"/>
                </a:cubicBezTo>
                <a:cubicBezTo>
                  <a:pt x="39255" y="1313756"/>
                  <a:pt x="49574" y="1309157"/>
                  <a:pt x="33333" y="1292547"/>
                </a:cubicBezTo>
                <a:cubicBezTo>
                  <a:pt x="17093" y="1275936"/>
                  <a:pt x="13784" y="1278338"/>
                  <a:pt x="8628" y="1219810"/>
                </a:cubicBezTo>
                <a:cubicBezTo>
                  <a:pt x="3471" y="1161281"/>
                  <a:pt x="4990" y="1034186"/>
                  <a:pt x="2396" y="941375"/>
                </a:cubicBezTo>
                <a:cubicBezTo>
                  <a:pt x="-198" y="848563"/>
                  <a:pt x="-5664" y="755752"/>
                  <a:pt x="-6936" y="662940"/>
                </a:cubicBezTo>
                <a:cubicBezTo>
                  <a:pt x="-8209" y="570128"/>
                  <a:pt x="-6230" y="477317"/>
                  <a:pt x="-5237" y="384505"/>
                </a:cubicBezTo>
                <a:cubicBezTo>
                  <a:pt x="-4243" y="291694"/>
                  <a:pt x="-6968" y="165034"/>
                  <a:pt x="-975" y="106070"/>
                </a:cubicBezTo>
                <a:cubicBezTo>
                  <a:pt x="5018" y="47107"/>
                  <a:pt x="12882" y="47860"/>
                  <a:pt x="30722" y="30722"/>
                </a:cubicBezTo>
                <a:cubicBezTo>
                  <a:pt x="48563" y="13585"/>
                  <a:pt x="38820" y="6998"/>
                  <a:pt x="106070" y="3248"/>
                </a:cubicBezTo>
                <a:close/>
              </a:path>
              <a:path w="1524761" h="1325880" fill="none">
                <a:moveTo>
                  <a:pt x="106070" y="-11415"/>
                </a:moveTo>
                <a:cubicBezTo>
                  <a:pt x="173165" y="-15926"/>
                  <a:pt x="324840" y="3698"/>
                  <a:pt x="434225" y="4589"/>
                </a:cubicBezTo>
                <a:cubicBezTo>
                  <a:pt x="543610" y="5480"/>
                  <a:pt x="652995" y="-5587"/>
                  <a:pt x="762381" y="-6067"/>
                </a:cubicBezTo>
                <a:cubicBezTo>
                  <a:pt x="871766" y="-6548"/>
                  <a:pt x="981151" y="-883"/>
                  <a:pt x="1090536" y="1705"/>
                </a:cubicBezTo>
                <a:cubicBezTo>
                  <a:pt x="1199921" y="4294"/>
                  <a:pt x="1352055" y="4013"/>
                  <a:pt x="1418691" y="9464"/>
                </a:cubicBezTo>
                <a:cubicBezTo>
                  <a:pt x="1485326" y="14916"/>
                  <a:pt x="1475063" y="18312"/>
                  <a:pt x="1490348" y="34413"/>
                </a:cubicBezTo>
                <a:cubicBezTo>
                  <a:pt x="1505632" y="50514"/>
                  <a:pt x="1506742" y="47722"/>
                  <a:pt x="1510395" y="106070"/>
                </a:cubicBezTo>
                <a:cubicBezTo>
                  <a:pt x="1514049" y="164419"/>
                  <a:pt x="1509758" y="291694"/>
                  <a:pt x="1512270" y="384505"/>
                </a:cubicBezTo>
                <a:cubicBezTo>
                  <a:pt x="1514782" y="477317"/>
                  <a:pt x="1524596" y="570128"/>
                  <a:pt x="1525467" y="662940"/>
                </a:cubicBezTo>
                <a:cubicBezTo>
                  <a:pt x="1526339" y="755752"/>
                  <a:pt x="1517955" y="848563"/>
                  <a:pt x="1517497" y="941375"/>
                </a:cubicBezTo>
                <a:cubicBezTo>
                  <a:pt x="1517040" y="1034186"/>
                  <a:pt x="1526809" y="1161023"/>
                  <a:pt x="1522722" y="1219810"/>
                </a:cubicBezTo>
                <a:cubicBezTo>
                  <a:pt x="1518634" y="1278596"/>
                  <a:pt x="1510311" y="1276045"/>
                  <a:pt x="1492973" y="1294092"/>
                </a:cubicBezTo>
                <a:cubicBezTo>
                  <a:pt x="1475634" y="1312138"/>
                  <a:pt x="1485763" y="1323097"/>
                  <a:pt x="1418691" y="1328088"/>
                </a:cubicBezTo>
                <a:cubicBezTo>
                  <a:pt x="1351618" y="1333079"/>
                  <a:pt x="1199921" y="1324382"/>
                  <a:pt x="1090536" y="1324036"/>
                </a:cubicBezTo>
                <a:cubicBezTo>
                  <a:pt x="981151" y="1323690"/>
                  <a:pt x="871766" y="1327437"/>
                  <a:pt x="762380" y="1326010"/>
                </a:cubicBezTo>
                <a:cubicBezTo>
                  <a:pt x="652995" y="1324583"/>
                  <a:pt x="543610" y="1318208"/>
                  <a:pt x="434225" y="1315473"/>
                </a:cubicBezTo>
                <a:cubicBezTo>
                  <a:pt x="324840" y="1312738"/>
                  <a:pt x="172304" y="1314003"/>
                  <a:pt x="106070" y="1309601"/>
                </a:cubicBezTo>
                <a:cubicBezTo>
                  <a:pt x="39837" y="1305198"/>
                  <a:pt x="51834" y="1304022"/>
                  <a:pt x="36823" y="1289057"/>
                </a:cubicBezTo>
                <a:cubicBezTo>
                  <a:pt x="21811" y="1274092"/>
                  <a:pt x="21392" y="1277757"/>
                  <a:pt x="16001" y="1219810"/>
                </a:cubicBezTo>
                <a:cubicBezTo>
                  <a:pt x="10610" y="1161863"/>
                  <a:pt x="6444" y="1034186"/>
                  <a:pt x="4477" y="941375"/>
                </a:cubicBezTo>
                <a:cubicBezTo>
                  <a:pt x="2510" y="848563"/>
                  <a:pt x="3817" y="755752"/>
                  <a:pt x="4198" y="662940"/>
                </a:cubicBezTo>
                <a:cubicBezTo>
                  <a:pt x="4579" y="570128"/>
                  <a:pt x="7185" y="477317"/>
                  <a:pt x="6763" y="384505"/>
                </a:cubicBezTo>
                <a:cubicBezTo>
                  <a:pt x="6342" y="291694"/>
                  <a:pt x="-2480" y="164878"/>
                  <a:pt x="1669" y="106070"/>
                </a:cubicBezTo>
                <a:cubicBezTo>
                  <a:pt x="5818" y="47262"/>
                  <a:pt x="14257" y="51238"/>
                  <a:pt x="31657" y="31657"/>
                </a:cubicBezTo>
                <a:cubicBezTo>
                  <a:pt x="49058" y="12077"/>
                  <a:pt x="38976" y="-6903"/>
                  <a:pt x="106070" y="-11415"/>
                </a:cubicBezTo>
                <a:close/>
              </a:path>
            </a:pathLst>
          </a:custGeom>
          <a:solidFill>
            <a:schemeClr val="accent1"/>
          </a:solidFill>
          <a:ln w="15875">
            <a:solidFill>
              <a:schemeClr val="tx1"/>
            </a:solidFill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048" y="3074225"/>
            <a:ext cx="1274169" cy="1121692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 held steady through a grey quarter while every…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" y="4352544"/>
            <a:ext cx="152476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1.67 x 1.45 in
55 chars at 14 pt</a:t>
            </a:r>
          </a:p>
        </p:txBody>
      </p:sp>
      <p:sp>
        <p:nvSpPr>
          <p:cNvPr id="28" name="handdrawn 0.72"/>
          <p:cNvSpPr/>
          <p:nvPr/>
        </p:nvSpPr>
        <p:spPr>
          <a:xfrm>
            <a:off x="2055113" y="3343047"/>
            <a:ext cx="1097828" cy="954633"/>
          </a:xfrm>
          <a:custGeom>
            <a:avLst/>
            <a:gdLst>
              <a:gd name="txL" fmla="*/ w 8217 100000"/>
              <a:gd name="txT" fmla="*/ h 7725 100000"/>
              <a:gd name="txR" fmla="*/ w 91783 100000"/>
              <a:gd name="txB" fmla="*/ h 92325 100000"/>
            </a:gdLst>
            <a:ahLst/>
            <a:cxnLst/>
            <a:rect l="txL" t="txT" r="txR" b="txB"/>
            <a:pathLst>
              <a:path w="1097828" h="954633">
                <a:moveTo>
                  <a:pt x="76371" y="2338"/>
                </a:moveTo>
                <a:cubicBezTo>
                  <a:pt x="124791" y="-361"/>
                  <a:pt x="233885" y="6102"/>
                  <a:pt x="312642" y="5921"/>
                </a:cubicBezTo>
                <a:cubicBezTo>
                  <a:pt x="391400" y="5740"/>
                  <a:pt x="470157" y="1179"/>
                  <a:pt x="548914" y="1253"/>
                </a:cubicBezTo>
                <a:cubicBezTo>
                  <a:pt x="627671" y="1327"/>
                  <a:pt x="706428" y="6069"/>
                  <a:pt x="785186" y="6365"/>
                </a:cubicBezTo>
                <a:cubicBezTo>
                  <a:pt x="863943" y="6660"/>
                  <a:pt x="973257" y="179"/>
                  <a:pt x="1021457" y="3024"/>
                </a:cubicBezTo>
                <a:cubicBezTo>
                  <a:pt x="1069658" y="5870"/>
                  <a:pt x="1062236" y="11213"/>
                  <a:pt x="1074390" y="23438"/>
                </a:cubicBezTo>
                <a:cubicBezTo>
                  <a:pt x="1086544" y="35662"/>
                  <a:pt x="1091769" y="34136"/>
                  <a:pt x="1094382" y="76371"/>
                </a:cubicBezTo>
                <a:cubicBezTo>
                  <a:pt x="1096994" y="118605"/>
                  <a:pt x="1090186" y="210019"/>
                  <a:pt x="1090065" y="276844"/>
                </a:cubicBezTo>
                <a:cubicBezTo>
                  <a:pt x="1089945" y="343668"/>
                  <a:pt x="1093769" y="410492"/>
                  <a:pt x="1093657" y="477316"/>
                </a:cubicBezTo>
                <a:cubicBezTo>
                  <a:pt x="1093545" y="544141"/>
                  <a:pt x="1089619" y="610965"/>
                  <a:pt x="1089395" y="677789"/>
                </a:cubicBezTo>
                <a:cubicBezTo>
                  <a:pt x="1089170" y="744614"/>
                  <a:pt x="1094957" y="836175"/>
                  <a:pt x="1092309" y="878262"/>
                </a:cubicBezTo>
                <a:cubicBezTo>
                  <a:pt x="1089661" y="920350"/>
                  <a:pt x="1085317" y="919042"/>
                  <a:pt x="1073508" y="930313"/>
                </a:cubicBezTo>
                <a:cubicBezTo>
                  <a:pt x="1061700" y="941584"/>
                  <a:pt x="1069511" y="943542"/>
                  <a:pt x="1021457" y="945888"/>
                </a:cubicBezTo>
                <a:cubicBezTo>
                  <a:pt x="973404" y="948234"/>
                  <a:pt x="863943" y="944038"/>
                  <a:pt x="785186" y="944390"/>
                </a:cubicBezTo>
                <a:cubicBezTo>
                  <a:pt x="706428" y="944742"/>
                  <a:pt x="627671" y="946175"/>
                  <a:pt x="548914" y="947997"/>
                </a:cubicBezTo>
                <a:cubicBezTo>
                  <a:pt x="470157" y="949819"/>
                  <a:pt x="391400" y="954985"/>
                  <a:pt x="312642" y="955322"/>
                </a:cubicBezTo>
                <a:cubicBezTo>
                  <a:pt x="233885" y="955659"/>
                  <a:pt x="124478" y="954133"/>
                  <a:pt x="76371" y="950018"/>
                </a:cubicBezTo>
                <a:cubicBezTo>
                  <a:pt x="28264" y="945903"/>
                  <a:pt x="35693" y="942592"/>
                  <a:pt x="24000" y="930633"/>
                </a:cubicBezTo>
                <a:cubicBezTo>
                  <a:pt x="12307" y="918674"/>
                  <a:pt x="9924" y="920403"/>
                  <a:pt x="6212" y="878262"/>
                </a:cubicBezTo>
                <a:cubicBezTo>
                  <a:pt x="2499" y="836122"/>
                  <a:pt x="3593" y="744614"/>
                  <a:pt x="1725" y="677789"/>
                </a:cubicBezTo>
                <a:cubicBezTo>
                  <a:pt x="-143" y="610965"/>
                  <a:pt x="-4078" y="544141"/>
                  <a:pt x="-4994" y="477316"/>
                </a:cubicBezTo>
                <a:cubicBezTo>
                  <a:pt x="-5910" y="410492"/>
                  <a:pt x="-4486" y="343668"/>
                  <a:pt x="-3770" y="276844"/>
                </a:cubicBezTo>
                <a:cubicBezTo>
                  <a:pt x="-3055" y="210019"/>
                  <a:pt x="-5017" y="118825"/>
                  <a:pt x="-702" y="76371"/>
                </a:cubicBezTo>
                <a:cubicBezTo>
                  <a:pt x="3613" y="33917"/>
                  <a:pt x="9275" y="34459"/>
                  <a:pt x="22120" y="22120"/>
                </a:cubicBezTo>
                <a:cubicBezTo>
                  <a:pt x="34966" y="9781"/>
                  <a:pt x="27950" y="5038"/>
                  <a:pt x="76371" y="2338"/>
                </a:cubicBezTo>
                <a:close/>
              </a:path>
              <a:path w="1097828" h="954633" fill="none">
                <a:moveTo>
                  <a:pt x="76371" y="-8218"/>
                </a:moveTo>
                <a:cubicBezTo>
                  <a:pt x="124679" y="-11467"/>
                  <a:pt x="233885" y="2663"/>
                  <a:pt x="312642" y="3304"/>
                </a:cubicBezTo>
                <a:cubicBezTo>
                  <a:pt x="391400" y="3946"/>
                  <a:pt x="470157" y="-4023"/>
                  <a:pt x="548914" y="-4369"/>
                </a:cubicBezTo>
                <a:cubicBezTo>
                  <a:pt x="627671" y="-4715"/>
                  <a:pt x="706428" y="-636"/>
                  <a:pt x="785186" y="1228"/>
                </a:cubicBezTo>
                <a:cubicBezTo>
                  <a:pt x="863943" y="3092"/>
                  <a:pt x="973480" y="2889"/>
                  <a:pt x="1021457" y="6814"/>
                </a:cubicBezTo>
                <a:cubicBezTo>
                  <a:pt x="1069435" y="10739"/>
                  <a:pt x="1062046" y="13185"/>
                  <a:pt x="1073050" y="24778"/>
                </a:cubicBezTo>
                <a:cubicBezTo>
                  <a:pt x="1084055" y="36370"/>
                  <a:pt x="1084854" y="34360"/>
                  <a:pt x="1087485" y="76371"/>
                </a:cubicBezTo>
                <a:cubicBezTo>
                  <a:pt x="1090115" y="118382"/>
                  <a:pt x="1087026" y="210019"/>
                  <a:pt x="1088834" y="276844"/>
                </a:cubicBezTo>
                <a:cubicBezTo>
                  <a:pt x="1090643" y="343668"/>
                  <a:pt x="1097709" y="410492"/>
                  <a:pt x="1098337" y="477316"/>
                </a:cubicBezTo>
                <a:cubicBezTo>
                  <a:pt x="1098964" y="544141"/>
                  <a:pt x="1092928" y="610965"/>
                  <a:pt x="1092598" y="677789"/>
                </a:cubicBezTo>
                <a:cubicBezTo>
                  <a:pt x="1092269" y="744614"/>
                  <a:pt x="1099303" y="835936"/>
                  <a:pt x="1096360" y="878262"/>
                </a:cubicBezTo>
                <a:cubicBezTo>
                  <a:pt x="1093417" y="920588"/>
                  <a:pt x="1087424" y="918752"/>
                  <a:pt x="1074940" y="931745"/>
                </a:cubicBezTo>
                <a:cubicBezTo>
                  <a:pt x="1062457" y="944739"/>
                  <a:pt x="1069750" y="952629"/>
                  <a:pt x="1021457" y="956223"/>
                </a:cubicBezTo>
                <a:cubicBezTo>
                  <a:pt x="973165" y="959816"/>
                  <a:pt x="863943" y="953555"/>
                  <a:pt x="785186" y="953305"/>
                </a:cubicBezTo>
                <a:cubicBezTo>
                  <a:pt x="706428" y="953056"/>
                  <a:pt x="627671" y="955754"/>
                  <a:pt x="548914" y="954727"/>
                </a:cubicBezTo>
                <a:cubicBezTo>
                  <a:pt x="470157" y="953699"/>
                  <a:pt x="391400" y="949109"/>
                  <a:pt x="312642" y="947140"/>
                </a:cubicBezTo>
                <a:cubicBezTo>
                  <a:pt x="233885" y="945171"/>
                  <a:pt x="124059" y="946082"/>
                  <a:pt x="76371" y="942912"/>
                </a:cubicBezTo>
                <a:cubicBezTo>
                  <a:pt x="28682" y="939742"/>
                  <a:pt x="37321" y="938896"/>
                  <a:pt x="26512" y="928121"/>
                </a:cubicBezTo>
                <a:cubicBezTo>
                  <a:pt x="15704" y="917346"/>
                  <a:pt x="15402" y="919984"/>
                  <a:pt x="11521" y="878262"/>
                </a:cubicBezTo>
                <a:cubicBezTo>
                  <a:pt x="7639" y="836541"/>
                  <a:pt x="4640" y="744614"/>
                  <a:pt x="3223" y="677789"/>
                </a:cubicBezTo>
                <a:cubicBezTo>
                  <a:pt x="1807" y="610965"/>
                  <a:pt x="2748" y="544141"/>
                  <a:pt x="3022" y="477316"/>
                </a:cubicBezTo>
                <a:cubicBezTo>
                  <a:pt x="3297" y="410492"/>
                  <a:pt x="5173" y="343668"/>
                  <a:pt x="4869" y="276844"/>
                </a:cubicBezTo>
                <a:cubicBezTo>
                  <a:pt x="4566" y="210019"/>
                  <a:pt x="-1786" y="118712"/>
                  <a:pt x="1202" y="76371"/>
                </a:cubicBezTo>
                <a:cubicBezTo>
                  <a:pt x="4189" y="34029"/>
                  <a:pt x="10265" y="36891"/>
                  <a:pt x="22793" y="22793"/>
                </a:cubicBezTo>
                <a:cubicBezTo>
                  <a:pt x="35321" y="8695"/>
                  <a:pt x="28062" y="-4970"/>
                  <a:pt x="76371" y="-8218"/>
                </a:cubicBezTo>
                <a:close/>
              </a:path>
            </a:pathLst>
          </a:custGeom>
          <a:solidFill>
            <a:schemeClr val="accent3"/>
          </a:solidFill>
          <a:ln w="15875">
            <a:solidFill>
              <a:schemeClr val="tx1"/>
            </a:solidFill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45326" y="3416793"/>
            <a:ext cx="917402" cy="807618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 held steady through a grey…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5113" y="4352544"/>
            <a:ext cx="10978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1.20 x 1.04 in
40 chars at 11 pt</a:t>
            </a:r>
          </a:p>
        </p:txBody>
      </p:sp>
      <p:sp>
        <p:nvSpPr>
          <p:cNvPr id="31" name="handdrawn 0.5"/>
          <p:cNvSpPr/>
          <p:nvPr/>
        </p:nvSpPr>
        <p:spPr>
          <a:xfrm>
            <a:off x="3381541" y="3634740"/>
            <a:ext cx="762380" cy="662940"/>
          </a:xfrm>
          <a:custGeom>
            <a:avLst/>
            <a:gdLst>
              <a:gd name="txL" fmla="*/ w 8217 100000"/>
              <a:gd name="txT" fmla="*/ h 7725 100000"/>
              <a:gd name="txR" fmla="*/ w 91783 100000"/>
              <a:gd name="txB" fmla="*/ h 92325 100000"/>
            </a:gdLst>
            <a:ahLst/>
            <a:cxnLst/>
            <a:rect l="txL" t="txT" r="txR" b="txB"/>
            <a:pathLst>
              <a:path w="762380" h="662940">
                <a:moveTo>
                  <a:pt x="53035" y="1624"/>
                </a:moveTo>
                <a:cubicBezTo>
                  <a:pt x="86660" y="-251"/>
                  <a:pt x="162420" y="4237"/>
                  <a:pt x="217113" y="4112"/>
                </a:cubicBezTo>
                <a:cubicBezTo>
                  <a:pt x="271805" y="3986"/>
                  <a:pt x="326498" y="819"/>
                  <a:pt x="381190" y="870"/>
                </a:cubicBezTo>
                <a:cubicBezTo>
                  <a:pt x="435882" y="921"/>
                  <a:pt x="490575" y="4215"/>
                  <a:pt x="545267" y="4420"/>
                </a:cubicBezTo>
                <a:cubicBezTo>
                  <a:pt x="599960" y="4625"/>
                  <a:pt x="675872" y="124"/>
                  <a:pt x="709345" y="2100"/>
                </a:cubicBezTo>
                <a:cubicBezTo>
                  <a:pt x="742818" y="4076"/>
                  <a:pt x="737663" y="7787"/>
                  <a:pt x="746104" y="16276"/>
                </a:cubicBezTo>
                <a:cubicBezTo>
                  <a:pt x="754544" y="24765"/>
                  <a:pt x="758173" y="23706"/>
                  <a:pt x="759987" y="53035"/>
                </a:cubicBezTo>
                <a:cubicBezTo>
                  <a:pt x="761801" y="82365"/>
                  <a:pt x="757073" y="145847"/>
                  <a:pt x="756989" y="192253"/>
                </a:cubicBezTo>
                <a:cubicBezTo>
                  <a:pt x="756905" y="238658"/>
                  <a:pt x="759561" y="285064"/>
                  <a:pt x="759484" y="331470"/>
                </a:cubicBezTo>
                <a:cubicBezTo>
                  <a:pt x="759406" y="377876"/>
                  <a:pt x="756680" y="424282"/>
                  <a:pt x="756524" y="470687"/>
                </a:cubicBezTo>
                <a:cubicBezTo>
                  <a:pt x="756368" y="517093"/>
                  <a:pt x="760386" y="580677"/>
                  <a:pt x="758547" y="609905"/>
                </a:cubicBezTo>
                <a:cubicBezTo>
                  <a:pt x="756709" y="639132"/>
                  <a:pt x="753692" y="638224"/>
                  <a:pt x="745491" y="646051"/>
                </a:cubicBezTo>
                <a:cubicBezTo>
                  <a:pt x="737291" y="653878"/>
                  <a:pt x="742715" y="655238"/>
                  <a:pt x="709345" y="656867"/>
                </a:cubicBezTo>
                <a:cubicBezTo>
                  <a:pt x="675974" y="658496"/>
                  <a:pt x="599960" y="655583"/>
                  <a:pt x="545267" y="655827"/>
                </a:cubicBezTo>
                <a:cubicBezTo>
                  <a:pt x="490575" y="656071"/>
                  <a:pt x="435882" y="657067"/>
                  <a:pt x="381190" y="658332"/>
                </a:cubicBezTo>
                <a:cubicBezTo>
                  <a:pt x="326498" y="659597"/>
                  <a:pt x="271805" y="663185"/>
                  <a:pt x="217113" y="663419"/>
                </a:cubicBezTo>
                <a:cubicBezTo>
                  <a:pt x="162420" y="663652"/>
                  <a:pt x="86443" y="662593"/>
                  <a:pt x="53035" y="659735"/>
                </a:cubicBezTo>
                <a:cubicBezTo>
                  <a:pt x="19628" y="656878"/>
                  <a:pt x="24787" y="654578"/>
                  <a:pt x="16667" y="646273"/>
                </a:cubicBezTo>
                <a:cubicBezTo>
                  <a:pt x="8546" y="637968"/>
                  <a:pt x="6892" y="639169"/>
                  <a:pt x="4314" y="609905"/>
                </a:cubicBezTo>
                <a:cubicBezTo>
                  <a:pt x="1736" y="580640"/>
                  <a:pt x="2495" y="517093"/>
                  <a:pt x="1198" y="470687"/>
                </a:cubicBezTo>
                <a:cubicBezTo>
                  <a:pt x="-99" y="424282"/>
                  <a:pt x="-2832" y="377876"/>
                  <a:pt x="-3468" y="331470"/>
                </a:cubicBezTo>
                <a:cubicBezTo>
                  <a:pt x="-4104" y="285064"/>
                  <a:pt x="-3115" y="238658"/>
                  <a:pt x="-2618" y="192253"/>
                </a:cubicBezTo>
                <a:cubicBezTo>
                  <a:pt x="-2122" y="145847"/>
                  <a:pt x="-3484" y="82517"/>
                  <a:pt x="-488" y="53035"/>
                </a:cubicBezTo>
                <a:cubicBezTo>
                  <a:pt x="2509" y="23553"/>
                  <a:pt x="6441" y="23930"/>
                  <a:pt x="15361" y="15361"/>
                </a:cubicBezTo>
                <a:cubicBezTo>
                  <a:pt x="24282" y="6793"/>
                  <a:pt x="19410" y="3499"/>
                  <a:pt x="53035" y="1624"/>
                </a:cubicBezTo>
                <a:close/>
              </a:path>
              <a:path w="762380" h="662940" fill="none">
                <a:moveTo>
                  <a:pt x="53035" y="-5707"/>
                </a:moveTo>
                <a:cubicBezTo>
                  <a:pt x="86583" y="-7963"/>
                  <a:pt x="162420" y="1849"/>
                  <a:pt x="217113" y="2295"/>
                </a:cubicBezTo>
                <a:cubicBezTo>
                  <a:pt x="271805" y="2740"/>
                  <a:pt x="326498" y="-2793"/>
                  <a:pt x="381190" y="-3034"/>
                </a:cubicBezTo>
                <a:cubicBezTo>
                  <a:pt x="435882" y="-3274"/>
                  <a:pt x="490575" y="-442"/>
                  <a:pt x="545267" y="853"/>
                </a:cubicBezTo>
                <a:cubicBezTo>
                  <a:pt x="599960" y="2147"/>
                  <a:pt x="676027" y="2006"/>
                  <a:pt x="709345" y="4732"/>
                </a:cubicBezTo>
                <a:cubicBezTo>
                  <a:pt x="742662" y="7458"/>
                  <a:pt x="737531" y="9156"/>
                  <a:pt x="745173" y="17207"/>
                </a:cubicBezTo>
                <a:cubicBezTo>
                  <a:pt x="752815" y="25257"/>
                  <a:pt x="753370" y="23861"/>
                  <a:pt x="755197" y="53035"/>
                </a:cubicBezTo>
                <a:cubicBezTo>
                  <a:pt x="757024" y="82210"/>
                  <a:pt x="754878" y="145847"/>
                  <a:pt x="756134" y="192253"/>
                </a:cubicBezTo>
                <a:cubicBezTo>
                  <a:pt x="757390" y="238658"/>
                  <a:pt x="762298" y="285064"/>
                  <a:pt x="762733" y="331470"/>
                </a:cubicBezTo>
                <a:cubicBezTo>
                  <a:pt x="763169" y="377876"/>
                  <a:pt x="758977" y="424282"/>
                  <a:pt x="758748" y="470687"/>
                </a:cubicBezTo>
                <a:cubicBezTo>
                  <a:pt x="758519" y="517093"/>
                  <a:pt x="763404" y="580512"/>
                  <a:pt x="761360" y="609905"/>
                </a:cubicBezTo>
                <a:cubicBezTo>
                  <a:pt x="759317" y="639298"/>
                  <a:pt x="755155" y="638023"/>
                  <a:pt x="746486" y="647046"/>
                </a:cubicBezTo>
                <a:cubicBezTo>
                  <a:pt x="737817" y="656069"/>
                  <a:pt x="742881" y="661549"/>
                  <a:pt x="709345" y="664044"/>
                </a:cubicBezTo>
                <a:cubicBezTo>
                  <a:pt x="675808" y="666539"/>
                  <a:pt x="599960" y="662191"/>
                  <a:pt x="545267" y="662018"/>
                </a:cubicBezTo>
                <a:cubicBezTo>
                  <a:pt x="490575" y="661845"/>
                  <a:pt x="435882" y="663719"/>
                  <a:pt x="381190" y="663005"/>
                </a:cubicBezTo>
                <a:cubicBezTo>
                  <a:pt x="326498" y="662291"/>
                  <a:pt x="271805" y="659104"/>
                  <a:pt x="217113" y="657736"/>
                </a:cubicBezTo>
                <a:cubicBezTo>
                  <a:pt x="162420" y="656369"/>
                  <a:pt x="86152" y="657002"/>
                  <a:pt x="53035" y="654800"/>
                </a:cubicBezTo>
                <a:cubicBezTo>
                  <a:pt x="19918" y="652599"/>
                  <a:pt x="25917" y="652011"/>
                  <a:pt x="18411" y="644529"/>
                </a:cubicBezTo>
                <a:cubicBezTo>
                  <a:pt x="10906" y="637046"/>
                  <a:pt x="10696" y="638878"/>
                  <a:pt x="8000" y="609905"/>
                </a:cubicBezTo>
                <a:cubicBezTo>
                  <a:pt x="5305" y="580931"/>
                  <a:pt x="3222" y="517093"/>
                  <a:pt x="2238" y="470687"/>
                </a:cubicBezTo>
                <a:cubicBezTo>
                  <a:pt x="1255" y="424282"/>
                  <a:pt x="1908" y="377876"/>
                  <a:pt x="2099" y="331470"/>
                </a:cubicBezTo>
                <a:cubicBezTo>
                  <a:pt x="2289" y="285064"/>
                  <a:pt x="3592" y="238658"/>
                  <a:pt x="3382" y="192253"/>
                </a:cubicBezTo>
                <a:cubicBezTo>
                  <a:pt x="3171" y="145847"/>
                  <a:pt x="-1240" y="82439"/>
                  <a:pt x="835" y="53035"/>
                </a:cubicBezTo>
                <a:cubicBezTo>
                  <a:pt x="2909" y="23631"/>
                  <a:pt x="7129" y="25619"/>
                  <a:pt x="15829" y="15829"/>
                </a:cubicBezTo>
                <a:cubicBezTo>
                  <a:pt x="24529" y="6038"/>
                  <a:pt x="19488" y="-3452"/>
                  <a:pt x="53035" y="-5707"/>
                </a:cubicBezTo>
                <a:close/>
              </a:path>
            </a:pathLst>
          </a:custGeom>
          <a:solidFill>
            <a:schemeClr val="accent5"/>
          </a:solidFill>
          <a:ln w="15875">
            <a:solidFill>
              <a:schemeClr val="tx1"/>
            </a:solidFill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44189" y="3685953"/>
            <a:ext cx="637084" cy="560845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Orders held steady through a…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1541" y="435254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0.83 x 0.72 in
34 chars at 9 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8192" y="269748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icon: shield (Phosphor)</a:t>
            </a:r>
          </a:p>
        </p:txBody>
      </p:sp>
      <p:sp>
        <p:nvSpPr>
          <p:cNvPr id="35" name="icon 1.0"/>
          <p:cNvSpPr/>
          <p:nvPr/>
        </p:nvSpPr>
        <p:spPr>
          <a:xfrm>
            <a:off x="6108192" y="2971800"/>
            <a:ext cx="1272841" cy="1325880"/>
          </a:xfrm>
          <a:custGeom>
            <a:avLst/>
            <a:gdLst>
              <a:gd name="txL" fmla="*/ w 13375 100000"/>
              <a:gd name="txT" fmla="*/ h 3840 100000"/>
              <a:gd name="txR" fmla="*/ w 86625 100000"/>
              <a:gd name="txB" fmla="*/ h 66160 100000"/>
            </a:gdLst>
            <a:ahLst/>
            <a:cxnLst/>
            <a:rect l="txL" t="txT" r="txR" b="txB"/>
            <a:pathLst>
              <a:path w="1272841" h="1325880">
                <a:moveTo>
                  <a:pt x="1272841" y="106070"/>
                </a:moveTo>
                <a:lnTo>
                  <a:pt x="1272841" y="477316"/>
                </a:lnTo>
                <a:cubicBezTo>
                  <a:pt x="1272841" y="826817"/>
                  <a:pt x="1103659" y="1038625"/>
                  <a:pt x="961724" y="1154772"/>
                </a:cubicBezTo>
                <a:cubicBezTo>
                  <a:pt x="808851" y="1279802"/>
                  <a:pt x="656773" y="1322297"/>
                  <a:pt x="650143" y="1324020"/>
                </a:cubicBezTo>
                <a:cubicBezTo>
                  <a:pt x="641028" y="1326500"/>
                  <a:pt x="631415" y="1326500"/>
                  <a:pt x="622300" y="1324020"/>
                </a:cubicBezTo>
                <a:cubicBezTo>
                  <a:pt x="615671" y="1322297"/>
                  <a:pt x="463791" y="1279802"/>
                  <a:pt x="310719" y="1154772"/>
                </a:cubicBezTo>
                <a:cubicBezTo>
                  <a:pt x="169182" y="1038625"/>
                  <a:pt x="0" y="826817"/>
                  <a:pt x="0" y="477316"/>
                </a:cubicBezTo>
                <a:lnTo>
                  <a:pt x="0" y="106070"/>
                </a:lnTo>
                <a:cubicBezTo>
                  <a:pt x="0" y="47489"/>
                  <a:pt x="47489" y="0"/>
                  <a:pt x="106070" y="0"/>
                </a:cubicBezTo>
                <a:lnTo>
                  <a:pt x="1166771" y="0"/>
                </a:lnTo>
                <a:cubicBezTo>
                  <a:pt x="1225352" y="0"/>
                  <a:pt x="1272841" y="47489"/>
                  <a:pt x="1272841" y="1060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78435" y="3022714"/>
            <a:ext cx="932358" cy="826288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 held steady…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08192" y="4352544"/>
            <a:ext cx="127284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1.39 x 1.45 in
25 chars at 14 pt</a:t>
            </a:r>
          </a:p>
        </p:txBody>
      </p:sp>
      <p:sp>
        <p:nvSpPr>
          <p:cNvPr id="38" name="icon 0.72"/>
          <p:cNvSpPr/>
          <p:nvPr/>
        </p:nvSpPr>
        <p:spPr>
          <a:xfrm>
            <a:off x="7609633" y="3343047"/>
            <a:ext cx="916445" cy="954633"/>
          </a:xfrm>
          <a:custGeom>
            <a:avLst/>
            <a:gdLst>
              <a:gd name="txL" fmla="*/ w 13375 100000"/>
              <a:gd name="txT" fmla="*/ h 3840 100000"/>
              <a:gd name="txR" fmla="*/ w 86625 100000"/>
              <a:gd name="txB" fmla="*/ h 66160 100000"/>
            </a:gdLst>
            <a:ahLst/>
            <a:cxnLst/>
            <a:rect l="txL" t="txT" r="txR" b="txB"/>
            <a:pathLst>
              <a:path w="916445" h="954633">
                <a:moveTo>
                  <a:pt x="916445" y="76370"/>
                </a:moveTo>
                <a:lnTo>
                  <a:pt x="916445" y="343667"/>
                </a:lnTo>
                <a:cubicBezTo>
                  <a:pt x="916445" y="595308"/>
                  <a:pt x="794634" y="747810"/>
                  <a:pt x="692441" y="831435"/>
                </a:cubicBezTo>
                <a:cubicBezTo>
                  <a:pt x="582372" y="921457"/>
                  <a:pt x="472876" y="952053"/>
                  <a:pt x="468103" y="953294"/>
                </a:cubicBezTo>
                <a:cubicBezTo>
                  <a:pt x="461540" y="955079"/>
                  <a:pt x="454619" y="955079"/>
                  <a:pt x="448056" y="953294"/>
                </a:cubicBezTo>
                <a:cubicBezTo>
                  <a:pt x="443283" y="952053"/>
                  <a:pt x="333930" y="921457"/>
                  <a:pt x="223718" y="831435"/>
                </a:cubicBezTo>
                <a:cubicBezTo>
                  <a:pt x="121811" y="747810"/>
                  <a:pt x="0" y="595308"/>
                  <a:pt x="0" y="343667"/>
                </a:cubicBezTo>
                <a:lnTo>
                  <a:pt x="0" y="76370"/>
                </a:lnTo>
                <a:cubicBezTo>
                  <a:pt x="0" y="34192"/>
                  <a:pt x="34192" y="0"/>
                  <a:pt x="76370" y="0"/>
                </a:cubicBezTo>
                <a:lnTo>
                  <a:pt x="840075" y="0"/>
                </a:lnTo>
                <a:cubicBezTo>
                  <a:pt x="882253" y="0"/>
                  <a:pt x="916445" y="34192"/>
                  <a:pt x="916445" y="7637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32208" y="3379705"/>
            <a:ext cx="671297" cy="594927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 held steady…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9633" y="4352544"/>
            <a:ext cx="91644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1.00 x 1.04 in
22 chars at 11 pt</a:t>
            </a:r>
          </a:p>
        </p:txBody>
      </p:sp>
      <p:sp>
        <p:nvSpPr>
          <p:cNvPr id="41" name="icon 0.5"/>
          <p:cNvSpPr/>
          <p:nvPr/>
        </p:nvSpPr>
        <p:spPr>
          <a:xfrm>
            <a:off x="8754678" y="3634740"/>
            <a:ext cx="636420" cy="662940"/>
          </a:xfrm>
          <a:custGeom>
            <a:avLst/>
            <a:gdLst>
              <a:gd name="txL" fmla="*/ w 13375 100000"/>
              <a:gd name="txT" fmla="*/ h 3840 100000"/>
              <a:gd name="txR" fmla="*/ w 86625 100000"/>
              <a:gd name="txB" fmla="*/ h 66160 100000"/>
            </a:gdLst>
            <a:ahLst/>
            <a:cxnLst/>
            <a:rect l="txL" t="txT" r="txR" b="txB"/>
            <a:pathLst>
              <a:path w="636420" h="662940">
                <a:moveTo>
                  <a:pt x="636420" y="53035"/>
                </a:moveTo>
                <a:lnTo>
                  <a:pt x="636420" y="238658"/>
                </a:lnTo>
                <a:cubicBezTo>
                  <a:pt x="636420" y="413408"/>
                  <a:pt x="551829" y="519313"/>
                  <a:pt x="480862" y="577386"/>
                </a:cubicBezTo>
                <a:cubicBezTo>
                  <a:pt x="404425" y="639901"/>
                  <a:pt x="328386" y="661148"/>
                  <a:pt x="325071" y="662010"/>
                </a:cubicBezTo>
                <a:cubicBezTo>
                  <a:pt x="320514" y="663250"/>
                  <a:pt x="315707" y="663250"/>
                  <a:pt x="311150" y="662010"/>
                </a:cubicBezTo>
                <a:cubicBezTo>
                  <a:pt x="307835" y="661148"/>
                  <a:pt x="231896" y="639901"/>
                  <a:pt x="155359" y="577386"/>
                </a:cubicBezTo>
                <a:cubicBezTo>
                  <a:pt x="84591" y="519313"/>
                  <a:pt x="0" y="413408"/>
                  <a:pt x="0" y="238658"/>
                </a:cubicBezTo>
                <a:lnTo>
                  <a:pt x="0" y="53035"/>
                </a:lnTo>
                <a:cubicBezTo>
                  <a:pt x="0" y="23745"/>
                  <a:pt x="23745" y="0"/>
                  <a:pt x="53035" y="0"/>
                </a:cubicBezTo>
                <a:lnTo>
                  <a:pt x="583385" y="0"/>
                </a:lnTo>
                <a:cubicBezTo>
                  <a:pt x="612675" y="0"/>
                  <a:pt x="636420" y="23745"/>
                  <a:pt x="636420" y="5303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39800" y="3660197"/>
            <a:ext cx="466178" cy="413144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Orders held…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54678" y="435254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0.70 x 0.72 in
17 chars at 9 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" y="470916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icon: seal (Phosphor)</a:t>
            </a:r>
          </a:p>
        </p:txBody>
      </p:sp>
      <p:sp>
        <p:nvSpPr>
          <p:cNvPr id="45" name="icon 1.0"/>
          <p:cNvSpPr/>
          <p:nvPr/>
        </p:nvSpPr>
        <p:spPr>
          <a:xfrm>
            <a:off x="301752" y="4983480"/>
            <a:ext cx="1325880" cy="1325880"/>
          </a:xfrm>
          <a:custGeom>
            <a:avLst/>
            <a:gdLst>
              <a:gd name="txL" fmla="*/ w 19000 100000"/>
              <a:gd name="txT" fmla="*/ h 19000 100000"/>
              <a:gd name="txR" fmla="*/ w 81000 100000"/>
              <a:gd name="txB" fmla="*/ h 81000 100000"/>
            </a:gdLst>
            <a:ahLst/>
            <a:cxnLst/>
            <a:rect l="txL" t="txT" r="txR" b="txB"/>
            <a:pathLst>
              <a:path w="1325880" h="1325880">
                <a:moveTo>
                  <a:pt x="1325880" y="662940"/>
                </a:moveTo>
                <a:cubicBezTo>
                  <a:pt x="1325880" y="724735"/>
                  <a:pt x="1281428" y="771082"/>
                  <a:pt x="1242184" y="811983"/>
                </a:cubicBezTo>
                <a:cubicBezTo>
                  <a:pt x="1219869" y="835304"/>
                  <a:pt x="1196784" y="859336"/>
                  <a:pt x="1188083" y="880467"/>
                </a:cubicBezTo>
                <a:cubicBezTo>
                  <a:pt x="1180033" y="899823"/>
                  <a:pt x="1179560" y="931904"/>
                  <a:pt x="1179086" y="962980"/>
                </a:cubicBezTo>
                <a:cubicBezTo>
                  <a:pt x="1178198" y="1020750"/>
                  <a:pt x="1177251" y="1086215"/>
                  <a:pt x="1131733" y="1131733"/>
                </a:cubicBezTo>
                <a:cubicBezTo>
                  <a:pt x="1086215" y="1177251"/>
                  <a:pt x="1020750" y="1178198"/>
                  <a:pt x="962980" y="1179086"/>
                </a:cubicBezTo>
                <a:cubicBezTo>
                  <a:pt x="931904" y="1179560"/>
                  <a:pt x="899823" y="1180033"/>
                  <a:pt x="880467" y="1188083"/>
                </a:cubicBezTo>
                <a:cubicBezTo>
                  <a:pt x="859336" y="1196784"/>
                  <a:pt x="835304" y="1219869"/>
                  <a:pt x="811983" y="1242184"/>
                </a:cubicBezTo>
                <a:cubicBezTo>
                  <a:pt x="771082" y="1281428"/>
                  <a:pt x="724735" y="1325880"/>
                  <a:pt x="662940" y="1325880"/>
                </a:cubicBezTo>
                <a:cubicBezTo>
                  <a:pt x="601145" y="1325880"/>
                  <a:pt x="554798" y="1281428"/>
                  <a:pt x="513897" y="1242184"/>
                </a:cubicBezTo>
                <a:cubicBezTo>
                  <a:pt x="490576" y="1219869"/>
                  <a:pt x="466544" y="1196784"/>
                  <a:pt x="445413" y="1188083"/>
                </a:cubicBezTo>
                <a:cubicBezTo>
                  <a:pt x="426057" y="1180033"/>
                  <a:pt x="393976" y="1179560"/>
                  <a:pt x="362900" y="1179086"/>
                </a:cubicBezTo>
                <a:cubicBezTo>
                  <a:pt x="305130" y="1178198"/>
                  <a:pt x="239665" y="1177251"/>
                  <a:pt x="194147" y="1131733"/>
                </a:cubicBezTo>
                <a:cubicBezTo>
                  <a:pt x="148629" y="1086215"/>
                  <a:pt x="147682" y="1020750"/>
                  <a:pt x="146794" y="962980"/>
                </a:cubicBezTo>
                <a:cubicBezTo>
                  <a:pt x="146320" y="931904"/>
                  <a:pt x="145847" y="899823"/>
                  <a:pt x="137797" y="880467"/>
                </a:cubicBezTo>
                <a:cubicBezTo>
                  <a:pt x="129096" y="859336"/>
                  <a:pt x="106011" y="835304"/>
                  <a:pt x="83696" y="811983"/>
                </a:cubicBezTo>
                <a:cubicBezTo>
                  <a:pt x="44452" y="771082"/>
                  <a:pt x="0" y="724735"/>
                  <a:pt x="0" y="662940"/>
                </a:cubicBezTo>
                <a:cubicBezTo>
                  <a:pt x="0" y="601145"/>
                  <a:pt x="44452" y="554798"/>
                  <a:pt x="83696" y="513897"/>
                </a:cubicBezTo>
                <a:cubicBezTo>
                  <a:pt x="106011" y="490576"/>
                  <a:pt x="129096" y="466544"/>
                  <a:pt x="137797" y="445413"/>
                </a:cubicBezTo>
                <a:cubicBezTo>
                  <a:pt x="145847" y="426057"/>
                  <a:pt x="146320" y="393976"/>
                  <a:pt x="146794" y="362900"/>
                </a:cubicBezTo>
                <a:cubicBezTo>
                  <a:pt x="147682" y="305130"/>
                  <a:pt x="148629" y="239665"/>
                  <a:pt x="194147" y="194147"/>
                </a:cubicBezTo>
                <a:cubicBezTo>
                  <a:pt x="239665" y="148629"/>
                  <a:pt x="305130" y="147682"/>
                  <a:pt x="362900" y="146794"/>
                </a:cubicBezTo>
                <a:cubicBezTo>
                  <a:pt x="393976" y="146320"/>
                  <a:pt x="426057" y="145847"/>
                  <a:pt x="445413" y="137797"/>
                </a:cubicBezTo>
                <a:cubicBezTo>
                  <a:pt x="466544" y="129096"/>
                  <a:pt x="490576" y="106011"/>
                  <a:pt x="513897" y="83696"/>
                </a:cubicBezTo>
                <a:cubicBezTo>
                  <a:pt x="554798" y="44452"/>
                  <a:pt x="601145" y="0"/>
                  <a:pt x="662940" y="0"/>
                </a:cubicBezTo>
                <a:cubicBezTo>
                  <a:pt x="724735" y="0"/>
                  <a:pt x="771082" y="44452"/>
                  <a:pt x="811983" y="83696"/>
                </a:cubicBezTo>
                <a:cubicBezTo>
                  <a:pt x="835304" y="106011"/>
                  <a:pt x="859336" y="129096"/>
                  <a:pt x="880467" y="137797"/>
                </a:cubicBezTo>
                <a:cubicBezTo>
                  <a:pt x="899823" y="145847"/>
                  <a:pt x="931904" y="146320"/>
                  <a:pt x="962980" y="146794"/>
                </a:cubicBezTo>
                <a:cubicBezTo>
                  <a:pt x="1020750" y="147682"/>
                  <a:pt x="1086215" y="148629"/>
                  <a:pt x="1131733" y="194147"/>
                </a:cubicBezTo>
                <a:cubicBezTo>
                  <a:pt x="1177251" y="239665"/>
                  <a:pt x="1178198" y="305130"/>
                  <a:pt x="1179086" y="362900"/>
                </a:cubicBezTo>
                <a:cubicBezTo>
                  <a:pt x="1179560" y="393976"/>
                  <a:pt x="1180033" y="426057"/>
                  <a:pt x="1188083" y="445413"/>
                </a:cubicBezTo>
                <a:cubicBezTo>
                  <a:pt x="1196784" y="466544"/>
                  <a:pt x="1219869" y="490576"/>
                  <a:pt x="1242184" y="513897"/>
                </a:cubicBezTo>
                <a:cubicBezTo>
                  <a:pt x="1281428" y="554798"/>
                  <a:pt x="1325880" y="601145"/>
                  <a:pt x="1325880" y="6629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3670" y="5235398"/>
            <a:ext cx="822044" cy="822044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 held steady…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" y="6364224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1.45 x 1.45 in
20 chars at 14 pt</a:t>
            </a:r>
          </a:p>
        </p:txBody>
      </p:sp>
      <p:sp>
        <p:nvSpPr>
          <p:cNvPr id="48" name="icon 0.72"/>
          <p:cNvSpPr/>
          <p:nvPr/>
        </p:nvSpPr>
        <p:spPr>
          <a:xfrm>
            <a:off x="1856232" y="5354727"/>
            <a:ext cx="954633" cy="954633"/>
          </a:xfrm>
          <a:custGeom>
            <a:avLst/>
            <a:gdLst>
              <a:gd name="txL" fmla="*/ w 19000 100000"/>
              <a:gd name="txT" fmla="*/ h 19000 100000"/>
              <a:gd name="txR" fmla="*/ w 81000 100000"/>
              <a:gd name="txB" fmla="*/ h 81000 100000"/>
            </a:gdLst>
            <a:ahLst/>
            <a:cxnLst/>
            <a:rect l="txL" t="txT" r="txR" b="txB"/>
            <a:pathLst>
              <a:path w="954633" h="954633">
                <a:moveTo>
                  <a:pt x="954633" y="477317"/>
                </a:moveTo>
                <a:cubicBezTo>
                  <a:pt x="954633" y="521809"/>
                  <a:pt x="922627" y="555179"/>
                  <a:pt x="894372" y="584627"/>
                </a:cubicBezTo>
                <a:cubicBezTo>
                  <a:pt x="878305" y="601419"/>
                  <a:pt x="861684" y="618722"/>
                  <a:pt x="855419" y="633936"/>
                </a:cubicBezTo>
                <a:cubicBezTo>
                  <a:pt x="849623" y="647872"/>
                  <a:pt x="849282" y="670971"/>
                  <a:pt x="848941" y="693345"/>
                </a:cubicBezTo>
                <a:cubicBezTo>
                  <a:pt x="848302" y="734940"/>
                  <a:pt x="847620" y="782075"/>
                  <a:pt x="814847" y="814847"/>
                </a:cubicBezTo>
                <a:cubicBezTo>
                  <a:pt x="782075" y="847620"/>
                  <a:pt x="734940" y="848302"/>
                  <a:pt x="693345" y="848941"/>
                </a:cubicBezTo>
                <a:cubicBezTo>
                  <a:pt x="670971" y="849282"/>
                  <a:pt x="647872" y="849623"/>
                  <a:pt x="633936" y="855419"/>
                </a:cubicBezTo>
                <a:cubicBezTo>
                  <a:pt x="618722" y="861684"/>
                  <a:pt x="601419" y="878305"/>
                  <a:pt x="584627" y="894372"/>
                </a:cubicBezTo>
                <a:cubicBezTo>
                  <a:pt x="555179" y="922627"/>
                  <a:pt x="521809" y="954633"/>
                  <a:pt x="477317" y="954633"/>
                </a:cubicBezTo>
                <a:cubicBezTo>
                  <a:pt x="432824" y="954633"/>
                  <a:pt x="399454" y="922627"/>
                  <a:pt x="370006" y="894372"/>
                </a:cubicBezTo>
                <a:cubicBezTo>
                  <a:pt x="353214" y="878305"/>
                  <a:pt x="335911" y="861684"/>
                  <a:pt x="320697" y="855419"/>
                </a:cubicBezTo>
                <a:cubicBezTo>
                  <a:pt x="306761" y="849623"/>
                  <a:pt x="283662" y="849282"/>
                  <a:pt x="261288" y="848941"/>
                </a:cubicBezTo>
                <a:cubicBezTo>
                  <a:pt x="219693" y="848302"/>
                  <a:pt x="172558" y="847620"/>
                  <a:pt x="139786" y="814847"/>
                </a:cubicBezTo>
                <a:cubicBezTo>
                  <a:pt x="107013" y="782075"/>
                  <a:pt x="106331" y="734940"/>
                  <a:pt x="105692" y="693345"/>
                </a:cubicBezTo>
                <a:cubicBezTo>
                  <a:pt x="105351" y="670971"/>
                  <a:pt x="105010" y="647872"/>
                  <a:pt x="99214" y="633936"/>
                </a:cubicBezTo>
                <a:cubicBezTo>
                  <a:pt x="92949" y="618722"/>
                  <a:pt x="76328" y="601419"/>
                  <a:pt x="60261" y="584627"/>
                </a:cubicBezTo>
                <a:cubicBezTo>
                  <a:pt x="32006" y="555179"/>
                  <a:pt x="0" y="521809"/>
                  <a:pt x="0" y="477317"/>
                </a:cubicBezTo>
                <a:cubicBezTo>
                  <a:pt x="0" y="432824"/>
                  <a:pt x="32006" y="399454"/>
                  <a:pt x="60261" y="370006"/>
                </a:cubicBezTo>
                <a:cubicBezTo>
                  <a:pt x="76328" y="353214"/>
                  <a:pt x="92949" y="335911"/>
                  <a:pt x="99214" y="320697"/>
                </a:cubicBezTo>
                <a:cubicBezTo>
                  <a:pt x="105010" y="306761"/>
                  <a:pt x="105351" y="283662"/>
                  <a:pt x="105692" y="261288"/>
                </a:cubicBezTo>
                <a:cubicBezTo>
                  <a:pt x="106331" y="219693"/>
                  <a:pt x="107013" y="172558"/>
                  <a:pt x="139786" y="139786"/>
                </a:cubicBezTo>
                <a:cubicBezTo>
                  <a:pt x="172558" y="107013"/>
                  <a:pt x="219693" y="106331"/>
                  <a:pt x="261288" y="105692"/>
                </a:cubicBezTo>
                <a:cubicBezTo>
                  <a:pt x="283662" y="105351"/>
                  <a:pt x="306761" y="105010"/>
                  <a:pt x="320697" y="99214"/>
                </a:cubicBezTo>
                <a:cubicBezTo>
                  <a:pt x="335911" y="92949"/>
                  <a:pt x="353214" y="76328"/>
                  <a:pt x="370006" y="60261"/>
                </a:cubicBezTo>
                <a:cubicBezTo>
                  <a:pt x="399454" y="32006"/>
                  <a:pt x="432824" y="0"/>
                  <a:pt x="477317" y="0"/>
                </a:cubicBezTo>
                <a:cubicBezTo>
                  <a:pt x="521809" y="0"/>
                  <a:pt x="555179" y="32006"/>
                  <a:pt x="584627" y="60261"/>
                </a:cubicBezTo>
                <a:cubicBezTo>
                  <a:pt x="601419" y="76328"/>
                  <a:pt x="618722" y="92949"/>
                  <a:pt x="633936" y="99214"/>
                </a:cubicBezTo>
                <a:cubicBezTo>
                  <a:pt x="647872" y="105010"/>
                  <a:pt x="670971" y="105351"/>
                  <a:pt x="693345" y="105692"/>
                </a:cubicBezTo>
                <a:cubicBezTo>
                  <a:pt x="734940" y="106331"/>
                  <a:pt x="782075" y="107013"/>
                  <a:pt x="814847" y="139786"/>
                </a:cubicBezTo>
                <a:cubicBezTo>
                  <a:pt x="847620" y="172558"/>
                  <a:pt x="848302" y="219693"/>
                  <a:pt x="848941" y="261288"/>
                </a:cubicBezTo>
                <a:cubicBezTo>
                  <a:pt x="849282" y="283662"/>
                  <a:pt x="849623" y="306761"/>
                  <a:pt x="855419" y="320697"/>
                </a:cubicBezTo>
                <a:cubicBezTo>
                  <a:pt x="861684" y="335911"/>
                  <a:pt x="878305" y="353214"/>
                  <a:pt x="894372" y="370006"/>
                </a:cubicBezTo>
                <a:cubicBezTo>
                  <a:pt x="922627" y="399454"/>
                  <a:pt x="954633" y="432824"/>
                  <a:pt x="954633" y="47731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37613" y="5536108"/>
            <a:ext cx="591871" cy="591871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 held steady…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56232" y="6364224"/>
            <a:ext cx="95463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1.04 x 1.04 in
20 chars at 11 pt</a:t>
            </a:r>
          </a:p>
        </p:txBody>
      </p:sp>
      <p:sp>
        <p:nvSpPr>
          <p:cNvPr id="51" name="icon 0.5"/>
          <p:cNvSpPr/>
          <p:nvPr/>
        </p:nvSpPr>
        <p:spPr>
          <a:xfrm>
            <a:off x="3039465" y="5646420"/>
            <a:ext cx="662940" cy="662940"/>
          </a:xfrm>
          <a:custGeom>
            <a:avLst/>
            <a:gdLst>
              <a:gd name="txL" fmla="*/ w 19000 100000"/>
              <a:gd name="txT" fmla="*/ h 19000 100000"/>
              <a:gd name="txR" fmla="*/ w 81000 100000"/>
              <a:gd name="txB" fmla="*/ h 81000 100000"/>
            </a:gdLst>
            <a:ahLst/>
            <a:cxnLst/>
            <a:rect l="txL" t="txT" r="txR" b="txB"/>
            <a:pathLst>
              <a:path w="662940" h="662940">
                <a:moveTo>
                  <a:pt x="662940" y="331470"/>
                </a:moveTo>
                <a:cubicBezTo>
                  <a:pt x="662940" y="362368"/>
                  <a:pt x="640714" y="385541"/>
                  <a:pt x="621092" y="405992"/>
                </a:cubicBezTo>
                <a:cubicBezTo>
                  <a:pt x="609934" y="417652"/>
                  <a:pt x="598392" y="429668"/>
                  <a:pt x="594042" y="440234"/>
                </a:cubicBezTo>
                <a:cubicBezTo>
                  <a:pt x="590017" y="449911"/>
                  <a:pt x="589780" y="465952"/>
                  <a:pt x="589543" y="481490"/>
                </a:cubicBezTo>
                <a:cubicBezTo>
                  <a:pt x="589099" y="510375"/>
                  <a:pt x="588626" y="543108"/>
                  <a:pt x="565867" y="565867"/>
                </a:cubicBezTo>
                <a:cubicBezTo>
                  <a:pt x="543108" y="588626"/>
                  <a:pt x="510375" y="589099"/>
                  <a:pt x="481490" y="589543"/>
                </a:cubicBezTo>
                <a:cubicBezTo>
                  <a:pt x="465952" y="589780"/>
                  <a:pt x="449911" y="590017"/>
                  <a:pt x="440234" y="594042"/>
                </a:cubicBezTo>
                <a:cubicBezTo>
                  <a:pt x="429668" y="598392"/>
                  <a:pt x="417652" y="609934"/>
                  <a:pt x="405992" y="621092"/>
                </a:cubicBezTo>
                <a:cubicBezTo>
                  <a:pt x="385541" y="640714"/>
                  <a:pt x="362368" y="662940"/>
                  <a:pt x="331470" y="662940"/>
                </a:cubicBezTo>
                <a:cubicBezTo>
                  <a:pt x="300572" y="662940"/>
                  <a:pt x="277399" y="640714"/>
                  <a:pt x="256948" y="621092"/>
                </a:cubicBezTo>
                <a:cubicBezTo>
                  <a:pt x="245288" y="609934"/>
                  <a:pt x="233272" y="598392"/>
                  <a:pt x="222706" y="594042"/>
                </a:cubicBezTo>
                <a:cubicBezTo>
                  <a:pt x="213029" y="590017"/>
                  <a:pt x="196988" y="589780"/>
                  <a:pt x="181450" y="589543"/>
                </a:cubicBezTo>
                <a:cubicBezTo>
                  <a:pt x="152565" y="589099"/>
                  <a:pt x="119832" y="588626"/>
                  <a:pt x="97073" y="565867"/>
                </a:cubicBezTo>
                <a:cubicBezTo>
                  <a:pt x="74314" y="543108"/>
                  <a:pt x="73841" y="510375"/>
                  <a:pt x="73397" y="481490"/>
                </a:cubicBezTo>
                <a:cubicBezTo>
                  <a:pt x="73160" y="465952"/>
                  <a:pt x="72923" y="449911"/>
                  <a:pt x="68898" y="440234"/>
                </a:cubicBezTo>
                <a:cubicBezTo>
                  <a:pt x="64548" y="429668"/>
                  <a:pt x="53006" y="417652"/>
                  <a:pt x="41848" y="405992"/>
                </a:cubicBezTo>
                <a:cubicBezTo>
                  <a:pt x="22226" y="385541"/>
                  <a:pt x="0" y="362368"/>
                  <a:pt x="0" y="331470"/>
                </a:cubicBezTo>
                <a:cubicBezTo>
                  <a:pt x="0" y="300572"/>
                  <a:pt x="22226" y="277399"/>
                  <a:pt x="41848" y="256948"/>
                </a:cubicBezTo>
                <a:cubicBezTo>
                  <a:pt x="53006" y="245288"/>
                  <a:pt x="64548" y="233272"/>
                  <a:pt x="68898" y="222706"/>
                </a:cubicBezTo>
                <a:cubicBezTo>
                  <a:pt x="72923" y="213029"/>
                  <a:pt x="73160" y="196988"/>
                  <a:pt x="73397" y="181450"/>
                </a:cubicBezTo>
                <a:cubicBezTo>
                  <a:pt x="73841" y="152565"/>
                  <a:pt x="74314" y="119832"/>
                  <a:pt x="97073" y="97073"/>
                </a:cubicBezTo>
                <a:cubicBezTo>
                  <a:pt x="119832" y="74314"/>
                  <a:pt x="152565" y="73841"/>
                  <a:pt x="181450" y="73397"/>
                </a:cubicBezTo>
                <a:cubicBezTo>
                  <a:pt x="196988" y="73160"/>
                  <a:pt x="213029" y="72923"/>
                  <a:pt x="222706" y="68898"/>
                </a:cubicBezTo>
                <a:cubicBezTo>
                  <a:pt x="233272" y="64548"/>
                  <a:pt x="245288" y="53006"/>
                  <a:pt x="256948" y="41848"/>
                </a:cubicBezTo>
                <a:cubicBezTo>
                  <a:pt x="277399" y="22226"/>
                  <a:pt x="300572" y="0"/>
                  <a:pt x="331470" y="0"/>
                </a:cubicBezTo>
                <a:cubicBezTo>
                  <a:pt x="362368" y="0"/>
                  <a:pt x="385541" y="22226"/>
                  <a:pt x="405992" y="41848"/>
                </a:cubicBezTo>
                <a:cubicBezTo>
                  <a:pt x="417652" y="53006"/>
                  <a:pt x="429668" y="64548"/>
                  <a:pt x="440234" y="68898"/>
                </a:cubicBezTo>
                <a:cubicBezTo>
                  <a:pt x="449911" y="72923"/>
                  <a:pt x="465952" y="73160"/>
                  <a:pt x="481490" y="73397"/>
                </a:cubicBezTo>
                <a:cubicBezTo>
                  <a:pt x="510375" y="73841"/>
                  <a:pt x="543108" y="74314"/>
                  <a:pt x="565867" y="97073"/>
                </a:cubicBezTo>
                <a:cubicBezTo>
                  <a:pt x="588626" y="119832"/>
                  <a:pt x="589099" y="152565"/>
                  <a:pt x="589543" y="181450"/>
                </a:cubicBezTo>
                <a:cubicBezTo>
                  <a:pt x="589780" y="196988"/>
                  <a:pt x="590017" y="213029"/>
                  <a:pt x="594042" y="222706"/>
                </a:cubicBezTo>
                <a:cubicBezTo>
                  <a:pt x="598392" y="233272"/>
                  <a:pt x="609934" y="245288"/>
                  <a:pt x="621092" y="256948"/>
                </a:cubicBezTo>
                <a:cubicBezTo>
                  <a:pt x="640714" y="277399"/>
                  <a:pt x="662940" y="300572"/>
                  <a:pt x="662940" y="33147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65424" y="5772379"/>
            <a:ext cx="411022" cy="411022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Orders…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39465" y="636422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0.72 x 0.72 in
10 chars at 9 pt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08192" y="470916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icon: chat (Phosphor)</a:t>
            </a:r>
          </a:p>
        </p:txBody>
      </p:sp>
      <p:sp>
        <p:nvSpPr>
          <p:cNvPr id="55" name="icon 1.0"/>
          <p:cNvSpPr/>
          <p:nvPr/>
        </p:nvSpPr>
        <p:spPr>
          <a:xfrm>
            <a:off x="6108192" y="4983480"/>
            <a:ext cx="1325986" cy="1325880"/>
          </a:xfrm>
          <a:custGeom>
            <a:avLst/>
            <a:gdLst>
              <a:gd name="txL" fmla="*/ w 17000 100000"/>
              <a:gd name="txT" fmla="*/ h 20501 100000"/>
              <a:gd name="txR" fmla="*/ w 79500 100000"/>
              <a:gd name="txB" fmla="*/ h 82507 100000"/>
            </a:gdLst>
            <a:ahLst/>
            <a:cxnLst/>
            <a:rect l="txL" t="txT" r="txR" b="txB"/>
            <a:pathLst>
              <a:path w="1325986" h="1325880">
                <a:moveTo>
                  <a:pt x="1325986" y="662746"/>
                </a:moveTo>
                <a:cubicBezTo>
                  <a:pt x="1326037" y="895577"/>
                  <a:pt x="1203951" y="1111370"/>
                  <a:pt x="1004354" y="1231248"/>
                </a:cubicBezTo>
                <a:cubicBezTo>
                  <a:pt x="804756" y="1351127"/>
                  <a:pt x="556904" y="1357519"/>
                  <a:pt x="351393" y="1248089"/>
                </a:cubicBezTo>
                <a:lnTo>
                  <a:pt x="134328" y="1320444"/>
                </a:lnTo>
                <a:cubicBezTo>
                  <a:pt x="97673" y="1332668"/>
                  <a:pt x="57258" y="1323130"/>
                  <a:pt x="29936" y="1295808"/>
                </a:cubicBezTo>
                <a:cubicBezTo>
                  <a:pt x="2614" y="1268486"/>
                  <a:pt x="-6924" y="1228071"/>
                  <a:pt x="5300" y="1191416"/>
                </a:cubicBezTo>
                <a:lnTo>
                  <a:pt x="77655" y="974351"/>
                </a:lnTo>
                <a:cubicBezTo>
                  <a:pt x="-51892" y="730787"/>
                  <a:pt x="-17076" y="432456"/>
                  <a:pt x="165074" y="225267"/>
                </a:cubicBezTo>
                <a:cubicBezTo>
                  <a:pt x="347224" y="18079"/>
                  <a:pt x="638638" y="-54663"/>
                  <a:pt x="896789" y="42619"/>
                </a:cubicBezTo>
                <a:cubicBezTo>
                  <a:pt x="1154940" y="139901"/>
                  <a:pt x="1325873" y="386874"/>
                  <a:pt x="1325986" y="6627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33606" y="5255303"/>
            <a:ext cx="828749" cy="822119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 held steady…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08192" y="6364224"/>
            <a:ext cx="132598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1.45 x 1.45 in
20 chars at 14 pt</a:t>
            </a:r>
          </a:p>
        </p:txBody>
      </p:sp>
      <p:sp>
        <p:nvSpPr>
          <p:cNvPr id="58" name="icon 0.72"/>
          <p:cNvSpPr/>
          <p:nvPr/>
        </p:nvSpPr>
        <p:spPr>
          <a:xfrm>
            <a:off x="7662778" y="5354727"/>
            <a:ext cx="954710" cy="954633"/>
          </a:xfrm>
          <a:custGeom>
            <a:avLst/>
            <a:gdLst>
              <a:gd name="txL" fmla="*/ w 17000 100000"/>
              <a:gd name="txT" fmla="*/ h 20501 100000"/>
              <a:gd name="txR" fmla="*/ w 79500 100000"/>
              <a:gd name="txB" fmla="*/ h 82507 100000"/>
            </a:gdLst>
            <a:ahLst/>
            <a:cxnLst/>
            <a:rect l="txL" t="txT" r="txR" b="txB"/>
            <a:pathLst>
              <a:path w="954710" h="954633">
                <a:moveTo>
                  <a:pt x="954710" y="477177"/>
                </a:moveTo>
                <a:cubicBezTo>
                  <a:pt x="954747" y="644815"/>
                  <a:pt x="866845" y="800186"/>
                  <a:pt x="723135" y="886498"/>
                </a:cubicBezTo>
                <a:cubicBezTo>
                  <a:pt x="579425" y="972811"/>
                  <a:pt x="400971" y="977413"/>
                  <a:pt x="253003" y="898623"/>
                </a:cubicBezTo>
                <a:lnTo>
                  <a:pt x="96716" y="950719"/>
                </a:lnTo>
                <a:cubicBezTo>
                  <a:pt x="70325" y="959520"/>
                  <a:pt x="41226" y="952653"/>
                  <a:pt x="21554" y="932981"/>
                </a:cubicBezTo>
                <a:cubicBezTo>
                  <a:pt x="1882" y="913309"/>
                  <a:pt x="-4985" y="884210"/>
                  <a:pt x="3816" y="857819"/>
                </a:cubicBezTo>
                <a:lnTo>
                  <a:pt x="55912" y="701532"/>
                </a:lnTo>
                <a:cubicBezTo>
                  <a:pt x="-37362" y="526167"/>
                  <a:pt x="-12295" y="311368"/>
                  <a:pt x="118853" y="162192"/>
                </a:cubicBezTo>
                <a:cubicBezTo>
                  <a:pt x="250001" y="13017"/>
                  <a:pt x="459819" y="-39357"/>
                  <a:pt x="645688" y="30686"/>
                </a:cubicBezTo>
                <a:cubicBezTo>
                  <a:pt x="831557" y="100728"/>
                  <a:pt x="954629" y="278549"/>
                  <a:pt x="954710" y="4771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25076" y="5550440"/>
            <a:ext cx="596699" cy="591925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 held steady…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62778" y="6364224"/>
            <a:ext cx="95471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1.04 x 1.04 in
20 chars at 11 pt</a:t>
            </a:r>
          </a:p>
        </p:txBody>
      </p:sp>
      <p:sp>
        <p:nvSpPr>
          <p:cNvPr id="61" name="icon 0.5"/>
          <p:cNvSpPr/>
          <p:nvPr/>
        </p:nvSpPr>
        <p:spPr>
          <a:xfrm>
            <a:off x="8846088" y="5646420"/>
            <a:ext cx="662993" cy="662940"/>
          </a:xfrm>
          <a:custGeom>
            <a:avLst/>
            <a:gdLst>
              <a:gd name="txL" fmla="*/ w 17000 100000"/>
              <a:gd name="txT" fmla="*/ h 20501 100000"/>
              <a:gd name="txR" fmla="*/ w 79500 100000"/>
              <a:gd name="txB" fmla="*/ h 82507 100000"/>
            </a:gdLst>
            <a:ahLst/>
            <a:cxnLst/>
            <a:rect l="txL" t="txT" r="txR" b="txB"/>
            <a:pathLst>
              <a:path w="662993" h="662940">
                <a:moveTo>
                  <a:pt x="662993" y="331373"/>
                </a:moveTo>
                <a:cubicBezTo>
                  <a:pt x="663018" y="447788"/>
                  <a:pt x="601976" y="555685"/>
                  <a:pt x="502177" y="615624"/>
                </a:cubicBezTo>
                <a:cubicBezTo>
                  <a:pt x="402378" y="675563"/>
                  <a:pt x="278452" y="678760"/>
                  <a:pt x="175696" y="624044"/>
                </a:cubicBezTo>
                <a:lnTo>
                  <a:pt x="67164" y="660222"/>
                </a:lnTo>
                <a:cubicBezTo>
                  <a:pt x="48837" y="666334"/>
                  <a:pt x="28629" y="661565"/>
                  <a:pt x="14968" y="647904"/>
                </a:cubicBezTo>
                <a:cubicBezTo>
                  <a:pt x="1307" y="634243"/>
                  <a:pt x="-3462" y="614035"/>
                  <a:pt x="2650" y="595708"/>
                </a:cubicBezTo>
                <a:lnTo>
                  <a:pt x="38828" y="487176"/>
                </a:lnTo>
                <a:cubicBezTo>
                  <a:pt x="-25946" y="365394"/>
                  <a:pt x="-8538" y="216228"/>
                  <a:pt x="82537" y="112634"/>
                </a:cubicBezTo>
                <a:cubicBezTo>
                  <a:pt x="173612" y="9040"/>
                  <a:pt x="319319" y="-27331"/>
                  <a:pt x="448395" y="21309"/>
                </a:cubicBezTo>
                <a:cubicBezTo>
                  <a:pt x="577470" y="69950"/>
                  <a:pt x="662936" y="193437"/>
                  <a:pt x="662993" y="33137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58795" y="5782332"/>
            <a:ext cx="414374" cy="411059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Orders…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46088" y="636422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0.73 x 0.72 in
10 chars at 9 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228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Shapes library: container silhouettes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2743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>
                <a:solidFill>
                  <a:schemeClr val="accent3"/>
                </a:solidFill>
              </a:rPr>
              <a:t>Dashed: safe text box, sample text cut to its limit · 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" y="68580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icon: bookmark (Tabler)</a:t>
            </a:r>
          </a:p>
        </p:txBody>
      </p:sp>
      <p:sp>
        <p:nvSpPr>
          <p:cNvPr id="5" name="icon 1.0"/>
          <p:cNvSpPr/>
          <p:nvPr/>
        </p:nvSpPr>
        <p:spPr>
          <a:xfrm>
            <a:off x="301752" y="960120"/>
            <a:ext cx="928072" cy="1325880"/>
          </a:xfrm>
          <a:custGeom>
            <a:avLst/>
            <a:gdLst>
              <a:gd name="txL" fmla="*/ w 6857 100000"/>
              <a:gd name="txT" fmla="*/ h 18300 100000"/>
              <a:gd name="txR" fmla="*/ w 93147 100000"/>
              <a:gd name="txB" fmla="*/ h 78200 100000"/>
            </a:gdLst>
            <a:ahLst/>
            <a:cxnLst/>
            <a:rect l="txL" t="txT" r="txR" b="txB"/>
            <a:pathLst>
              <a:path w="928072" h="1325880">
                <a:moveTo>
                  <a:pt x="596618" y="0"/>
                </a:moveTo>
                <a:cubicBezTo>
                  <a:pt x="779675" y="0"/>
                  <a:pt x="928072" y="148397"/>
                  <a:pt x="928072" y="331454"/>
                </a:cubicBezTo>
                <a:lnTo>
                  <a:pt x="928072" y="1259526"/>
                </a:lnTo>
                <a:cubicBezTo>
                  <a:pt x="928076" y="1283980"/>
                  <a:pt x="914616" y="1306450"/>
                  <a:pt x="893055" y="1317987"/>
                </a:cubicBezTo>
                <a:cubicBezTo>
                  <a:pt x="871493" y="1329523"/>
                  <a:pt x="845332" y="1328252"/>
                  <a:pt x="824990" y="1314680"/>
                </a:cubicBezTo>
                <a:lnTo>
                  <a:pt x="464036" y="1074045"/>
                </a:lnTo>
                <a:lnTo>
                  <a:pt x="103149" y="1314680"/>
                </a:lnTo>
                <a:cubicBezTo>
                  <a:pt x="83909" y="1327556"/>
                  <a:pt x="59347" y="1329463"/>
                  <a:pt x="38351" y="1319710"/>
                </a:cubicBezTo>
                <a:cubicBezTo>
                  <a:pt x="17356" y="1309957"/>
                  <a:pt x="2969" y="1289958"/>
                  <a:pt x="398" y="1266951"/>
                </a:cubicBezTo>
                <a:lnTo>
                  <a:pt x="0" y="1259526"/>
                </a:lnTo>
                <a:lnTo>
                  <a:pt x="0" y="331454"/>
                </a:lnTo>
                <a:cubicBezTo>
                  <a:pt x="0" y="148397"/>
                  <a:pt x="148397" y="0"/>
                  <a:pt x="331454" y="0"/>
                </a:cubicBezTo>
                <a:lnTo>
                  <a:pt x="59661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393" y="1202755"/>
            <a:ext cx="800834" cy="794204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 held steady…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340864"/>
            <a:ext cx="9280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1.01 x 1.45 in
20 chars at 14 pt</a:t>
            </a:r>
          </a:p>
        </p:txBody>
      </p:sp>
      <p:sp>
        <p:nvSpPr>
          <p:cNvPr id="8" name="icon 0.72"/>
          <p:cNvSpPr/>
          <p:nvPr/>
        </p:nvSpPr>
        <p:spPr>
          <a:xfrm>
            <a:off x="1458424" y="1331367"/>
            <a:ext cx="668211" cy="954633"/>
          </a:xfrm>
          <a:custGeom>
            <a:avLst/>
            <a:gdLst>
              <a:gd name="txL" fmla="*/ w 6857 100000"/>
              <a:gd name="txT" fmla="*/ h 18300 100000"/>
              <a:gd name="txR" fmla="*/ w 93148 100000"/>
              <a:gd name="txB" fmla="*/ h 78200 100000"/>
            </a:gdLst>
            <a:ahLst/>
            <a:cxnLst/>
            <a:rect l="txL" t="txT" r="txR" b="txB"/>
            <a:pathLst>
              <a:path w="668211" h="954633">
                <a:moveTo>
                  <a:pt x="429564" y="0"/>
                </a:moveTo>
                <a:cubicBezTo>
                  <a:pt x="561365" y="0"/>
                  <a:pt x="668211" y="106846"/>
                  <a:pt x="668211" y="238647"/>
                </a:cubicBezTo>
                <a:lnTo>
                  <a:pt x="668211" y="906858"/>
                </a:lnTo>
                <a:cubicBezTo>
                  <a:pt x="668214" y="924465"/>
                  <a:pt x="658523" y="940644"/>
                  <a:pt x="642999" y="948950"/>
                </a:cubicBezTo>
                <a:cubicBezTo>
                  <a:pt x="627474" y="957256"/>
                  <a:pt x="608638" y="956341"/>
                  <a:pt x="593992" y="946569"/>
                </a:cubicBezTo>
                <a:lnTo>
                  <a:pt x="334105" y="773312"/>
                </a:lnTo>
                <a:lnTo>
                  <a:pt x="74267" y="946569"/>
                </a:lnTo>
                <a:cubicBezTo>
                  <a:pt x="60415" y="955840"/>
                  <a:pt x="42730" y="957213"/>
                  <a:pt x="27613" y="950191"/>
                </a:cubicBezTo>
                <a:cubicBezTo>
                  <a:pt x="12496" y="943169"/>
                  <a:pt x="2138" y="928769"/>
                  <a:pt x="286" y="912204"/>
                </a:cubicBezTo>
                <a:lnTo>
                  <a:pt x="0" y="906858"/>
                </a:lnTo>
                <a:lnTo>
                  <a:pt x="0" y="238647"/>
                </a:lnTo>
                <a:cubicBezTo>
                  <a:pt x="0" y="106846"/>
                  <a:pt x="106846" y="0"/>
                  <a:pt x="238647" y="0"/>
                </a:cubicBezTo>
                <a:lnTo>
                  <a:pt x="42956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4246" y="1506064"/>
            <a:ext cx="576600" cy="571827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 held…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8424" y="234086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0.73 x 1.04 in
17 chars at 11 pt</a:t>
            </a:r>
          </a:p>
        </p:txBody>
      </p:sp>
      <p:sp>
        <p:nvSpPr>
          <p:cNvPr id="11" name="icon 0.5"/>
          <p:cNvSpPr/>
          <p:nvPr/>
        </p:nvSpPr>
        <p:spPr>
          <a:xfrm>
            <a:off x="2555704" y="1623060"/>
            <a:ext cx="464036" cy="662940"/>
          </a:xfrm>
          <a:custGeom>
            <a:avLst/>
            <a:gdLst>
              <a:gd name="txL" fmla="*/ w 6857 100000"/>
              <a:gd name="txT" fmla="*/ h 18300 100000"/>
              <a:gd name="txR" fmla="*/ w 93147 100000"/>
              <a:gd name="txB" fmla="*/ h 78200 100000"/>
            </a:gdLst>
            <a:ahLst/>
            <a:cxnLst/>
            <a:rect l="txL" t="txT" r="txR" b="txB"/>
            <a:pathLst>
              <a:path w="464036" h="662940">
                <a:moveTo>
                  <a:pt x="298309" y="0"/>
                </a:moveTo>
                <a:cubicBezTo>
                  <a:pt x="389837" y="0"/>
                  <a:pt x="464036" y="74199"/>
                  <a:pt x="464036" y="165727"/>
                </a:cubicBezTo>
                <a:lnTo>
                  <a:pt x="464036" y="629763"/>
                </a:lnTo>
                <a:cubicBezTo>
                  <a:pt x="464038" y="641990"/>
                  <a:pt x="457308" y="653225"/>
                  <a:pt x="446527" y="658993"/>
                </a:cubicBezTo>
                <a:cubicBezTo>
                  <a:pt x="435747" y="664762"/>
                  <a:pt x="422666" y="664126"/>
                  <a:pt x="412495" y="657340"/>
                </a:cubicBezTo>
                <a:lnTo>
                  <a:pt x="232018" y="537022"/>
                </a:lnTo>
                <a:lnTo>
                  <a:pt x="51574" y="657340"/>
                </a:lnTo>
                <a:cubicBezTo>
                  <a:pt x="41955" y="663778"/>
                  <a:pt x="29673" y="664731"/>
                  <a:pt x="19176" y="659855"/>
                </a:cubicBezTo>
                <a:cubicBezTo>
                  <a:pt x="8678" y="654979"/>
                  <a:pt x="1484" y="644979"/>
                  <a:pt x="199" y="633476"/>
                </a:cubicBezTo>
                <a:lnTo>
                  <a:pt x="0" y="629763"/>
                </a:lnTo>
                <a:lnTo>
                  <a:pt x="0" y="165727"/>
                </a:lnTo>
                <a:cubicBezTo>
                  <a:pt x="0" y="74199"/>
                  <a:pt x="74199" y="0"/>
                  <a:pt x="165727" y="0"/>
                </a:cubicBezTo>
                <a:lnTo>
                  <a:pt x="29830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7525" y="1744378"/>
            <a:ext cx="400416" cy="397101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Orders…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5704" y="234086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0.51 x 0.72 in
10 chars at 9 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68580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chemeClr val="tx1"/>
                </a:solidFill>
              </a:rPr>
              <a:t>icon: shield (Tabler)</a:t>
            </a:r>
          </a:p>
        </p:txBody>
      </p:sp>
      <p:sp>
        <p:nvSpPr>
          <p:cNvPr id="15" name="icon 1.0"/>
          <p:cNvSpPr/>
          <p:nvPr/>
        </p:nvSpPr>
        <p:spPr>
          <a:xfrm>
            <a:off x="6108192" y="960120"/>
            <a:ext cx="1324188" cy="1325880"/>
          </a:xfrm>
          <a:custGeom>
            <a:avLst/>
            <a:gdLst>
              <a:gd name="txL" fmla="*/ w 16015 100000"/>
              <a:gd name="txT" fmla="*/ h 19495 100000"/>
              <a:gd name="txR" fmla="*/ w 83612 100000"/>
              <a:gd name="txB" fmla="*/ h 70505 100000"/>
            </a:gdLst>
            <a:ahLst/>
            <a:cxnLst/>
            <a:rect l="txL" t="txT" r="txR" b="txB"/>
            <a:pathLst>
              <a:path w="1324188" h="1325880">
                <a:moveTo>
                  <a:pt x="654435" y="464"/>
                </a:moveTo>
                <a:lnTo>
                  <a:pt x="661992" y="0"/>
                </a:lnTo>
                <a:lnTo>
                  <a:pt x="669815" y="464"/>
                </a:lnTo>
                <a:lnTo>
                  <a:pt x="673726" y="994"/>
                </a:lnTo>
                <a:lnTo>
                  <a:pt x="677770" y="1856"/>
                </a:lnTo>
                <a:lnTo>
                  <a:pt x="685129" y="4110"/>
                </a:lnTo>
                <a:cubicBezTo>
                  <a:pt x="690211" y="5984"/>
                  <a:pt x="695043" y="8478"/>
                  <a:pt x="699515" y="11535"/>
                </a:cubicBezTo>
                <a:lnTo>
                  <a:pt x="706409" y="16971"/>
                </a:lnTo>
                <a:lnTo>
                  <a:pt x="723314" y="31423"/>
                </a:lnTo>
                <a:cubicBezTo>
                  <a:pt x="857050" y="142503"/>
                  <a:pt x="1026069" y="202150"/>
                  <a:pt x="1199901" y="199611"/>
                </a:cubicBezTo>
                <a:lnTo>
                  <a:pt x="1222574" y="198948"/>
                </a:lnTo>
                <a:cubicBezTo>
                  <a:pt x="1253079" y="197556"/>
                  <a:pt x="1280589" y="217183"/>
                  <a:pt x="1289199" y="246481"/>
                </a:cubicBezTo>
                <a:cubicBezTo>
                  <a:pt x="1355017" y="470374"/>
                  <a:pt x="1327225" y="711388"/>
                  <a:pt x="1212175" y="914424"/>
                </a:cubicBezTo>
                <a:cubicBezTo>
                  <a:pt x="1097125" y="1117461"/>
                  <a:pt x="904655" y="1265160"/>
                  <a:pt x="678765" y="1323758"/>
                </a:cubicBezTo>
                <a:cubicBezTo>
                  <a:pt x="667852" y="1326587"/>
                  <a:pt x="656398" y="1326587"/>
                  <a:pt x="645485" y="1323758"/>
                </a:cubicBezTo>
                <a:cubicBezTo>
                  <a:pt x="419582" y="1265175"/>
                  <a:pt x="227096" y="1117481"/>
                  <a:pt x="112033" y="914443"/>
                </a:cubicBezTo>
                <a:cubicBezTo>
                  <a:pt x="-3030" y="711405"/>
                  <a:pt x="-30832" y="470383"/>
                  <a:pt x="34984" y="246481"/>
                </a:cubicBezTo>
                <a:cubicBezTo>
                  <a:pt x="43595" y="217183"/>
                  <a:pt x="71104" y="197556"/>
                  <a:pt x="101610" y="198948"/>
                </a:cubicBezTo>
                <a:cubicBezTo>
                  <a:pt x="283087" y="207244"/>
                  <a:pt x="461126" y="147503"/>
                  <a:pt x="600869" y="31423"/>
                </a:cubicBezTo>
                <a:lnTo>
                  <a:pt x="618305" y="16507"/>
                </a:lnTo>
                <a:lnTo>
                  <a:pt x="624669" y="11535"/>
                </a:lnTo>
                <a:cubicBezTo>
                  <a:pt x="629140" y="8478"/>
                  <a:pt x="633972" y="5984"/>
                  <a:pt x="639055" y="4110"/>
                </a:cubicBezTo>
                <a:lnTo>
                  <a:pt x="646479" y="1856"/>
                </a:lnTo>
                <a:cubicBezTo>
                  <a:pt x="649078" y="1229"/>
                  <a:pt x="651712" y="764"/>
                  <a:pt x="654368" y="4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0266" y="1218599"/>
            <a:ext cx="895103" cy="676334"/>
          </a:xfrm>
          <a:prstGeom prst="rect">
            <a:avLst/>
          </a:prstGeom>
          <a:noFill/>
          <a:ln w="9525">
            <a:solidFill>
              <a:schemeClr val="accent4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chemeClr val="bg1"/>
                </a:solidFill>
              </a:rPr>
              <a:t>Orders held steady…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2340864"/>
            <a:ext cx="132418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1.45 x 1.45 in
22 chars at 14 pt</a:t>
            </a:r>
          </a:p>
        </p:txBody>
      </p:sp>
      <p:sp>
        <p:nvSpPr>
          <p:cNvPr id="18" name="icon 0.72"/>
          <p:cNvSpPr/>
          <p:nvPr/>
        </p:nvSpPr>
        <p:spPr>
          <a:xfrm>
            <a:off x="7660980" y="1331367"/>
            <a:ext cx="953415" cy="954633"/>
          </a:xfrm>
          <a:custGeom>
            <a:avLst/>
            <a:gdLst>
              <a:gd name="txL" fmla="*/ w 16015 100000"/>
              <a:gd name="txT" fmla="*/ h 19495 100000"/>
              <a:gd name="txR" fmla="*/ w 83612 100000"/>
              <a:gd name="txB" fmla="*/ h 70505 100000"/>
            </a:gdLst>
            <a:ahLst/>
            <a:cxnLst/>
            <a:rect l="txL" t="txT" r="txR" b="txB"/>
            <a:pathLst>
              <a:path w="953415" h="954633">
                <a:moveTo>
                  <a:pt x="471193" y="334"/>
                </a:moveTo>
                <a:lnTo>
                  <a:pt x="476634" y="0"/>
                </a:lnTo>
                <a:lnTo>
                  <a:pt x="482267" y="334"/>
                </a:lnTo>
                <a:lnTo>
                  <a:pt x="485083" y="716"/>
                </a:lnTo>
                <a:lnTo>
                  <a:pt x="487994" y="1336"/>
                </a:lnTo>
                <a:lnTo>
                  <a:pt x="493293" y="2959"/>
                </a:lnTo>
                <a:cubicBezTo>
                  <a:pt x="496952" y="4308"/>
                  <a:pt x="500431" y="6104"/>
                  <a:pt x="503650" y="8305"/>
                </a:cubicBezTo>
                <a:lnTo>
                  <a:pt x="508614" y="12219"/>
                </a:lnTo>
                <a:lnTo>
                  <a:pt x="520786" y="22625"/>
                </a:lnTo>
                <a:cubicBezTo>
                  <a:pt x="617075" y="102602"/>
                  <a:pt x="738770" y="145548"/>
                  <a:pt x="863928" y="143720"/>
                </a:cubicBezTo>
                <a:lnTo>
                  <a:pt x="880253" y="143243"/>
                </a:lnTo>
                <a:cubicBezTo>
                  <a:pt x="902217" y="142241"/>
                  <a:pt x="922024" y="156372"/>
                  <a:pt x="928223" y="177466"/>
                </a:cubicBezTo>
                <a:cubicBezTo>
                  <a:pt x="975612" y="338669"/>
                  <a:pt x="955601" y="512199"/>
                  <a:pt x="872766" y="658385"/>
                </a:cubicBezTo>
                <a:cubicBezTo>
                  <a:pt x="789930" y="804571"/>
                  <a:pt x="651351" y="910915"/>
                  <a:pt x="488710" y="953105"/>
                </a:cubicBezTo>
                <a:cubicBezTo>
                  <a:pt x="480853" y="955142"/>
                  <a:pt x="472606" y="955142"/>
                  <a:pt x="464749" y="953105"/>
                </a:cubicBezTo>
                <a:cubicBezTo>
                  <a:pt x="302099" y="910925"/>
                  <a:pt x="163509" y="804586"/>
                  <a:pt x="80664" y="658399"/>
                </a:cubicBezTo>
                <a:cubicBezTo>
                  <a:pt x="-2182" y="512211"/>
                  <a:pt x="-22199" y="338676"/>
                  <a:pt x="25189" y="177466"/>
                </a:cubicBezTo>
                <a:cubicBezTo>
                  <a:pt x="31388" y="156372"/>
                  <a:pt x="51195" y="142241"/>
                  <a:pt x="73159" y="143243"/>
                </a:cubicBezTo>
                <a:cubicBezTo>
                  <a:pt x="203822" y="149215"/>
                  <a:pt x="332010" y="106202"/>
                  <a:pt x="432626" y="22625"/>
                </a:cubicBezTo>
                <a:lnTo>
                  <a:pt x="445179" y="11885"/>
                </a:lnTo>
                <a:lnTo>
                  <a:pt x="449761" y="8305"/>
                </a:lnTo>
                <a:cubicBezTo>
                  <a:pt x="452981" y="6104"/>
                  <a:pt x="456460" y="4308"/>
                  <a:pt x="460119" y="2959"/>
                </a:cubicBezTo>
                <a:lnTo>
                  <a:pt x="465465" y="1336"/>
                </a:lnTo>
                <a:cubicBezTo>
                  <a:pt x="467336" y="885"/>
                  <a:pt x="469233" y="550"/>
                  <a:pt x="471145" y="33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3673" y="1517472"/>
            <a:ext cx="644474" cy="486959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Orders held…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0980" y="2340864"/>
            <a:ext cx="9534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1.04 x 1.04 in
13 chars at 11 pt</a:t>
            </a:r>
          </a:p>
        </p:txBody>
      </p:sp>
      <p:sp>
        <p:nvSpPr>
          <p:cNvPr id="21" name="icon 0.5"/>
          <p:cNvSpPr/>
          <p:nvPr/>
        </p:nvSpPr>
        <p:spPr>
          <a:xfrm>
            <a:off x="8842995" y="1623060"/>
            <a:ext cx="662094" cy="662940"/>
          </a:xfrm>
          <a:custGeom>
            <a:avLst/>
            <a:gdLst>
              <a:gd name="txL" fmla="*/ w 16015 100000"/>
              <a:gd name="txT" fmla="*/ h 19495 100000"/>
              <a:gd name="txR" fmla="*/ w 83612 100000"/>
              <a:gd name="txB" fmla="*/ h 70505 100000"/>
            </a:gdLst>
            <a:ahLst/>
            <a:cxnLst/>
            <a:rect l="txL" t="txT" r="txR" b="txB"/>
            <a:pathLst>
              <a:path w="662094" h="662940">
                <a:moveTo>
                  <a:pt x="327217" y="232"/>
                </a:moveTo>
                <a:lnTo>
                  <a:pt x="330996" y="0"/>
                </a:lnTo>
                <a:lnTo>
                  <a:pt x="334907" y="232"/>
                </a:lnTo>
                <a:lnTo>
                  <a:pt x="336863" y="497"/>
                </a:lnTo>
                <a:lnTo>
                  <a:pt x="338885" y="928"/>
                </a:lnTo>
                <a:lnTo>
                  <a:pt x="342564" y="2055"/>
                </a:lnTo>
                <a:cubicBezTo>
                  <a:pt x="345106" y="2992"/>
                  <a:pt x="347522" y="4239"/>
                  <a:pt x="349757" y="5768"/>
                </a:cubicBezTo>
                <a:lnTo>
                  <a:pt x="353205" y="8486"/>
                </a:lnTo>
                <a:lnTo>
                  <a:pt x="361657" y="15712"/>
                </a:lnTo>
                <a:cubicBezTo>
                  <a:pt x="428525" y="71252"/>
                  <a:pt x="513035" y="101075"/>
                  <a:pt x="599951" y="99806"/>
                </a:cubicBezTo>
                <a:lnTo>
                  <a:pt x="611287" y="99474"/>
                </a:lnTo>
                <a:cubicBezTo>
                  <a:pt x="626539" y="98778"/>
                  <a:pt x="640294" y="108591"/>
                  <a:pt x="644599" y="123240"/>
                </a:cubicBezTo>
                <a:cubicBezTo>
                  <a:pt x="677509" y="235187"/>
                  <a:pt x="663612" y="355694"/>
                  <a:pt x="606088" y="457212"/>
                </a:cubicBezTo>
                <a:cubicBezTo>
                  <a:pt x="548563" y="558730"/>
                  <a:pt x="452327" y="632580"/>
                  <a:pt x="339382" y="661879"/>
                </a:cubicBezTo>
                <a:cubicBezTo>
                  <a:pt x="333926" y="663294"/>
                  <a:pt x="328199" y="663294"/>
                  <a:pt x="322743" y="661879"/>
                </a:cubicBezTo>
                <a:cubicBezTo>
                  <a:pt x="209791" y="632587"/>
                  <a:pt x="113548" y="558741"/>
                  <a:pt x="56016" y="457222"/>
                </a:cubicBezTo>
                <a:cubicBezTo>
                  <a:pt x="-1515" y="355703"/>
                  <a:pt x="-15416" y="235192"/>
                  <a:pt x="17492" y="123240"/>
                </a:cubicBezTo>
                <a:cubicBezTo>
                  <a:pt x="21797" y="108591"/>
                  <a:pt x="35552" y="98778"/>
                  <a:pt x="50805" y="99474"/>
                </a:cubicBezTo>
                <a:cubicBezTo>
                  <a:pt x="141543" y="103622"/>
                  <a:pt x="230563" y="73752"/>
                  <a:pt x="300435" y="15712"/>
                </a:cubicBezTo>
                <a:lnTo>
                  <a:pt x="309152" y="8254"/>
                </a:lnTo>
                <a:lnTo>
                  <a:pt x="312334" y="5768"/>
                </a:lnTo>
                <a:cubicBezTo>
                  <a:pt x="314570" y="4239"/>
                  <a:pt x="316986" y="2992"/>
                  <a:pt x="319527" y="2055"/>
                </a:cubicBezTo>
                <a:lnTo>
                  <a:pt x="323240" y="928"/>
                </a:lnTo>
                <a:cubicBezTo>
                  <a:pt x="324539" y="614"/>
                  <a:pt x="325856" y="382"/>
                  <a:pt x="327184" y="23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9032" y="1752300"/>
            <a:ext cx="447551" cy="338166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chemeClr val="tx1"/>
                </a:solidFill>
              </a:rPr>
              <a:t>Orders…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2995" y="234086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0">
                <a:solidFill>
                  <a:schemeClr val="accent3"/>
                </a:solidFill>
              </a:rPr>
              <a:t>0.72 x 0.72 in
11 chars at 9 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utral ramp">
      <a:dk1>
        <a:srgbClr val="111111"/>
      </a:dk1>
      <a:lt1>
        <a:srgbClr val="FFFFFF"/>
      </a:lt1>
      <a:dk2>
        <a:srgbClr val="404040"/>
      </a:dk2>
      <a:lt2>
        <a:srgbClr val="F2F2F2"/>
      </a:lt2>
      <a:accent1>
        <a:srgbClr val="1F1F1F"/>
      </a:accent1>
      <a:accent2>
        <a:srgbClr val="595959"/>
      </a:accent2>
      <a:accent3>
        <a:srgbClr val="8C8C8C"/>
      </a:accent3>
      <a:accent4>
        <a:srgbClr val="B3B3B3"/>
      </a:accent4>
      <a:accent5>
        <a:srgbClr val="D0D0D0"/>
      </a:accent5>
      <a:accent6>
        <a:srgbClr val="E6E6E6"/>
      </a:accent6>
      <a:hlink>
        <a:srgbClr val="404040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