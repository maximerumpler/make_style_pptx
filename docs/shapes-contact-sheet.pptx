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1/6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rectangle</a:t>
            </a:r>
          </a:p>
        </p:txBody>
      </p:sp>
      <p:sp>
        <p:nvSpPr>
          <p:cNvPr id="5" name="rectangle 1.0"/>
          <p:cNvSpPr/>
          <p:nvPr/>
        </p:nvSpPr>
        <p:spPr>
          <a:xfrm>
            <a:off x="301752" y="960120"/>
            <a:ext cx="2121408" cy="1325880"/>
          </a:xfrm>
          <a:custGeom>
            <a:avLst/>
            <a:gdLst>
              <a:gd name="txL" fmla="*/ w 3750 100000"/>
              <a:gd name="txT" fmla="*/ h 6000 100000"/>
              <a:gd name="txR" fmla="*/ w 96250 100000"/>
              <a:gd name="txB" fmla="*/ h 94000 100000"/>
            </a:gdLst>
            <a:ahLst/>
            <a:cxnLst/>
            <a:rect l="txL" t="txT" r="txR" b="txB"/>
            <a:pathLst>
              <a:path w="2121408" h="1325880">
                <a:moveTo>
                  <a:pt x="0" y="0"/>
                </a:moveTo>
                <a:lnTo>
                  <a:pt x="2121408" y="0"/>
                </a:lnTo>
                <a:lnTo>
                  <a:pt x="2121408" y="1325880"/>
                </a:lnTo>
                <a:lnTo>
                  <a:pt x="0" y="132588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305" y="1039673"/>
            <a:ext cx="1962302" cy="1166774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 got a call and costs…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2.32 x 1.45 in
89 chars, 15 words at 14 pt</a:t>
            </a:r>
          </a:p>
        </p:txBody>
      </p:sp>
      <p:sp>
        <p:nvSpPr>
          <p:cNvPr id="8" name="rectangle 0.72"/>
          <p:cNvSpPr/>
          <p:nvPr/>
        </p:nvSpPr>
        <p:spPr>
          <a:xfrm>
            <a:off x="2651760" y="1331367"/>
            <a:ext cx="1527413" cy="954633"/>
          </a:xfrm>
          <a:custGeom>
            <a:avLst/>
            <a:gdLst>
              <a:gd name="txL" fmla="*/ w 3750 100000"/>
              <a:gd name="txT" fmla="*/ h 6000 100000"/>
              <a:gd name="txR" fmla="*/ w 96250 100000"/>
              <a:gd name="txB" fmla="*/ h 94000 100000"/>
            </a:gdLst>
            <a:ahLst/>
            <a:cxnLst/>
            <a:rect l="txL" t="txT" r="txR" b="txB"/>
            <a:pathLst>
              <a:path w="1527413" h="954633">
                <a:moveTo>
                  <a:pt x="0" y="0"/>
                </a:moveTo>
                <a:lnTo>
                  <a:pt x="1527413" y="0"/>
                </a:lnTo>
                <a:lnTo>
                  <a:pt x="1527413" y="954633"/>
                </a:lnTo>
                <a:lnTo>
                  <a:pt x="0" y="95463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9038" y="1388645"/>
            <a:ext cx="1412857" cy="84007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 every lost client got a call and…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340864"/>
            <a:ext cx="15274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1.67 x 1.04 in
80 chars, 13 words at 11 pt</a:t>
            </a:r>
          </a:p>
        </p:txBody>
      </p:sp>
      <p:sp>
        <p:nvSpPr>
          <p:cNvPr id="11" name="rectangle 0.5"/>
          <p:cNvSpPr/>
          <p:nvPr/>
        </p:nvSpPr>
        <p:spPr>
          <a:xfrm>
            <a:off x="4407773" y="1623060"/>
            <a:ext cx="1060704" cy="662940"/>
          </a:xfrm>
          <a:custGeom>
            <a:avLst/>
            <a:gdLst>
              <a:gd name="txL" fmla="*/ w 3750 100000"/>
              <a:gd name="txT" fmla="*/ h 6000 100000"/>
              <a:gd name="txR" fmla="*/ w 96250 100000"/>
              <a:gd name="txB" fmla="*/ h 94000 100000"/>
            </a:gdLst>
            <a:ahLst/>
            <a:cxnLst/>
            <a:rect l="txL" t="txT" r="txR" b="txB"/>
            <a:pathLst>
              <a:path w="1060704" h="662940">
                <a:moveTo>
                  <a:pt x="0" y="0"/>
                </a:moveTo>
                <a:lnTo>
                  <a:pt x="1060704" y="0"/>
                </a:lnTo>
                <a:lnTo>
                  <a:pt x="1060704" y="662940"/>
                </a:lnTo>
                <a:lnTo>
                  <a:pt x="0" y="66294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7550" y="1662837"/>
            <a:ext cx="981150" cy="583386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 quarter while every…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773" y="2340864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1.16 x 0.72 in
54 chars, 8 words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rounded</a:t>
            </a:r>
          </a:p>
        </p:txBody>
      </p:sp>
      <p:sp>
        <p:nvSpPr>
          <p:cNvPr id="15" name="rounded 1.0"/>
          <p:cNvSpPr/>
          <p:nvPr/>
        </p:nvSpPr>
        <p:spPr>
          <a:xfrm>
            <a:off x="6108192" y="960120"/>
            <a:ext cx="1988820" cy="1325880"/>
          </a:xfrm>
          <a:custGeom>
            <a:avLst/>
            <a:gdLst>
              <a:gd name="txL" fmla="*/ w 10000 100000"/>
              <a:gd name="txT" fmla="*/ h 9000 100000"/>
              <a:gd name="txR" fmla="*/ w 90000 100000"/>
              <a:gd name="txB" fmla="*/ h 91500 100000"/>
            </a:gdLst>
            <a:ahLst/>
            <a:cxnLst/>
            <a:rect l="txL" t="txT" r="txR" b="txB"/>
            <a:pathLst>
              <a:path w="1988820" h="1325880">
                <a:moveTo>
                  <a:pt x="238658" y="0"/>
                </a:moveTo>
                <a:lnTo>
                  <a:pt x="1750162" y="0"/>
                </a:lnTo>
                <a:cubicBezTo>
                  <a:pt x="1881969" y="0"/>
                  <a:pt x="1988820" y="106851"/>
                  <a:pt x="1988820" y="238658"/>
                </a:cubicBezTo>
                <a:lnTo>
                  <a:pt x="1988820" y="1087222"/>
                </a:lnTo>
                <a:cubicBezTo>
                  <a:pt x="1988820" y="1219029"/>
                  <a:pt x="1881969" y="1325880"/>
                  <a:pt x="1750162" y="1325880"/>
                </a:cubicBezTo>
                <a:lnTo>
                  <a:pt x="238658" y="1325880"/>
                </a:lnTo>
                <a:cubicBezTo>
                  <a:pt x="106851" y="1325880"/>
                  <a:pt x="0" y="1219029"/>
                  <a:pt x="0" y="1087222"/>
                </a:cubicBezTo>
                <a:lnTo>
                  <a:pt x="0" y="238658"/>
                </a:lnTo>
                <a:cubicBezTo>
                  <a:pt x="0" y="106851"/>
                  <a:pt x="106851" y="0"/>
                  <a:pt x="23865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7074" y="1079450"/>
            <a:ext cx="1591056" cy="1093850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 got a…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340864"/>
            <a:ext cx="19888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2.17 x 1.45 in
72 chars, 12 words at 14 pt</a:t>
            </a:r>
          </a:p>
        </p:txBody>
      </p:sp>
      <p:sp>
        <p:nvSpPr>
          <p:cNvPr id="18" name="rounded 0.72"/>
          <p:cNvSpPr/>
          <p:nvPr/>
        </p:nvSpPr>
        <p:spPr>
          <a:xfrm>
            <a:off x="8325612" y="1331367"/>
            <a:ext cx="1431950" cy="954633"/>
          </a:xfrm>
          <a:custGeom>
            <a:avLst/>
            <a:gdLst>
              <a:gd name="txL" fmla="*/ w 10000 100000"/>
              <a:gd name="txT" fmla="*/ h 9000 100000"/>
              <a:gd name="txR" fmla="*/ w 90000 100000"/>
              <a:gd name="txB" fmla="*/ h 91500 100000"/>
            </a:gdLst>
            <a:ahLst/>
            <a:cxnLst/>
            <a:rect l="txL" t="txT" r="txR" b="txB"/>
            <a:pathLst>
              <a:path w="1431950" h="954633">
                <a:moveTo>
                  <a:pt x="171834" y="0"/>
                </a:moveTo>
                <a:lnTo>
                  <a:pt x="1260116" y="0"/>
                </a:lnTo>
                <a:cubicBezTo>
                  <a:pt x="1355017" y="0"/>
                  <a:pt x="1431950" y="76933"/>
                  <a:pt x="1431950" y="171834"/>
                </a:cubicBezTo>
                <a:lnTo>
                  <a:pt x="1431950" y="782799"/>
                </a:lnTo>
                <a:cubicBezTo>
                  <a:pt x="1431950" y="877700"/>
                  <a:pt x="1355017" y="954633"/>
                  <a:pt x="1260116" y="954633"/>
                </a:cubicBezTo>
                <a:lnTo>
                  <a:pt x="171834" y="954633"/>
                </a:lnTo>
                <a:cubicBezTo>
                  <a:pt x="76933" y="954633"/>
                  <a:pt x="0" y="877700"/>
                  <a:pt x="0" y="782799"/>
                </a:cubicBezTo>
                <a:lnTo>
                  <a:pt x="0" y="171834"/>
                </a:lnTo>
                <a:cubicBezTo>
                  <a:pt x="0" y="76933"/>
                  <a:pt x="76933" y="0"/>
                  <a:pt x="17183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8807" y="1417284"/>
            <a:ext cx="1145560" cy="787572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612" y="2340864"/>
            <a:ext cx="14319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1.57 x 1.04 in
51 chars, 8 words at 11 pt</a:t>
            </a:r>
          </a:p>
        </p:txBody>
      </p:sp>
      <p:sp>
        <p:nvSpPr>
          <p:cNvPr id="21" name="rounded 0.5"/>
          <p:cNvSpPr/>
          <p:nvPr/>
        </p:nvSpPr>
        <p:spPr>
          <a:xfrm>
            <a:off x="9986162" y="1623060"/>
            <a:ext cx="994410" cy="662940"/>
          </a:xfrm>
          <a:custGeom>
            <a:avLst/>
            <a:gdLst>
              <a:gd name="txL" fmla="*/ w 10000 100000"/>
              <a:gd name="txT" fmla="*/ h 9000 100000"/>
              <a:gd name="txR" fmla="*/ w 90000 100000"/>
              <a:gd name="txB" fmla="*/ h 91500 100000"/>
            </a:gdLst>
            <a:ahLst/>
            <a:cxnLst/>
            <a:rect l="txL" t="txT" r="txR" b="txB"/>
            <a:pathLst>
              <a:path w="994410" h="662940">
                <a:moveTo>
                  <a:pt x="119329" y="0"/>
                </a:moveTo>
                <a:lnTo>
                  <a:pt x="875081" y="0"/>
                </a:lnTo>
                <a:cubicBezTo>
                  <a:pt x="940984" y="0"/>
                  <a:pt x="994410" y="53426"/>
                  <a:pt x="994410" y="119329"/>
                </a:cubicBezTo>
                <a:lnTo>
                  <a:pt x="994410" y="543611"/>
                </a:lnTo>
                <a:cubicBezTo>
                  <a:pt x="994410" y="609514"/>
                  <a:pt x="940984" y="662940"/>
                  <a:pt x="875081" y="662940"/>
                </a:cubicBezTo>
                <a:lnTo>
                  <a:pt x="119329" y="662940"/>
                </a:lnTo>
                <a:cubicBezTo>
                  <a:pt x="53426" y="662940"/>
                  <a:pt x="0" y="609514"/>
                  <a:pt x="0" y="543611"/>
                </a:cubicBezTo>
                <a:lnTo>
                  <a:pt x="0" y="119329"/>
                </a:lnTo>
                <a:cubicBezTo>
                  <a:pt x="0" y="53426"/>
                  <a:pt x="53426" y="0"/>
                  <a:pt x="11932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5603" y="1682725"/>
            <a:ext cx="795528" cy="546925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86162" y="2340864"/>
            <a:ext cx="99441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1.09 x 0.72 in
33 chars, 5 words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pill</a:t>
            </a:r>
          </a:p>
        </p:txBody>
      </p:sp>
      <p:sp>
        <p:nvSpPr>
          <p:cNvPr id="25" name="pill 1.0"/>
          <p:cNvSpPr/>
          <p:nvPr/>
        </p:nvSpPr>
        <p:spPr>
          <a:xfrm>
            <a:off x="301752" y="3573018"/>
            <a:ext cx="2377440" cy="742950"/>
          </a:xfrm>
          <a:custGeom>
            <a:avLst/>
            <a:gdLst>
              <a:gd name="txL" fmla="*/ w 11750 100000"/>
              <a:gd name="txT" fmla="*/ h 7200 100000"/>
              <a:gd name="txR" fmla="*/ w 88250 100000"/>
              <a:gd name="txB" fmla="*/ h 92000 100000"/>
            </a:gdLst>
            <a:ahLst/>
            <a:cxnLst/>
            <a:rect l="txL" t="txT" r="txR" b="txB"/>
            <a:pathLst>
              <a:path w="2377440" h="742950">
                <a:moveTo>
                  <a:pt x="371475" y="0"/>
                </a:moveTo>
                <a:lnTo>
                  <a:pt x="2005965" y="0"/>
                </a:lnTo>
                <a:cubicBezTo>
                  <a:pt x="2211125" y="0"/>
                  <a:pt x="2377440" y="166315"/>
                  <a:pt x="2377440" y="371475"/>
                </a:cubicBezTo>
                <a:lnTo>
                  <a:pt x="2377440" y="371475"/>
                </a:lnTo>
                <a:cubicBezTo>
                  <a:pt x="2377440" y="576635"/>
                  <a:pt x="2211125" y="742950"/>
                  <a:pt x="2005965" y="742950"/>
                </a:cubicBezTo>
                <a:lnTo>
                  <a:pt x="371475" y="742950"/>
                </a:lnTo>
                <a:cubicBezTo>
                  <a:pt x="166315" y="742950"/>
                  <a:pt x="0" y="576635"/>
                  <a:pt x="0" y="371475"/>
                </a:cubicBezTo>
                <a:lnTo>
                  <a:pt x="0" y="371475"/>
                </a:lnTo>
                <a:cubicBezTo>
                  <a:pt x="0" y="166315"/>
                  <a:pt x="166315" y="0"/>
                  <a:pt x="37147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1102" y="3626511"/>
            <a:ext cx="1818740" cy="630021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43708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0.81 in
32 chars, 5 words at 14 pt</a:t>
            </a:r>
          </a:p>
        </p:txBody>
      </p:sp>
      <p:sp>
        <p:nvSpPr>
          <p:cNvPr id="28" name="pill 0.72"/>
          <p:cNvSpPr/>
          <p:nvPr/>
        </p:nvSpPr>
        <p:spPr>
          <a:xfrm>
            <a:off x="2907792" y="3781044"/>
            <a:ext cx="1711756" cy="534924"/>
          </a:xfrm>
          <a:custGeom>
            <a:avLst/>
            <a:gdLst>
              <a:gd name="txL" fmla="*/ w 11750 100000"/>
              <a:gd name="txT" fmla="*/ h 7200 100000"/>
              <a:gd name="txR" fmla="*/ w 88250 100000"/>
              <a:gd name="txB" fmla="*/ h 92000 100000"/>
            </a:gdLst>
            <a:ahLst/>
            <a:cxnLst/>
            <a:rect l="txL" t="txT" r="txR" b="txB"/>
            <a:pathLst>
              <a:path w="1711756" h="534924">
                <a:moveTo>
                  <a:pt x="267462" y="0"/>
                </a:moveTo>
                <a:lnTo>
                  <a:pt x="1444294" y="0"/>
                </a:lnTo>
                <a:cubicBezTo>
                  <a:pt x="1592009" y="0"/>
                  <a:pt x="1711756" y="119747"/>
                  <a:pt x="1711756" y="267462"/>
                </a:cubicBezTo>
                <a:lnTo>
                  <a:pt x="1711756" y="267462"/>
                </a:lnTo>
                <a:cubicBezTo>
                  <a:pt x="1711756" y="415177"/>
                  <a:pt x="1592009" y="534924"/>
                  <a:pt x="1444294" y="534924"/>
                </a:cubicBezTo>
                <a:lnTo>
                  <a:pt x="267462" y="534924"/>
                </a:lnTo>
                <a:cubicBezTo>
                  <a:pt x="119747" y="534924"/>
                  <a:pt x="0" y="415177"/>
                  <a:pt x="0" y="267462"/>
                </a:cubicBezTo>
                <a:lnTo>
                  <a:pt x="0" y="267462"/>
                </a:lnTo>
                <a:cubicBezTo>
                  <a:pt x="0" y="119747"/>
                  <a:pt x="119747" y="0"/>
                  <a:pt x="26746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24" y="3819559"/>
            <a:ext cx="1309492" cy="453614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07792" y="4370832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0.58 in
30 chars, 5 words at 11 pt</a:t>
            </a:r>
          </a:p>
        </p:txBody>
      </p:sp>
      <p:sp>
        <p:nvSpPr>
          <p:cNvPr id="31" name="pill 0.5"/>
          <p:cNvSpPr/>
          <p:nvPr/>
        </p:nvSpPr>
        <p:spPr>
          <a:xfrm>
            <a:off x="4848148" y="3944493"/>
            <a:ext cx="1188720" cy="371475"/>
          </a:xfrm>
          <a:custGeom>
            <a:avLst/>
            <a:gdLst>
              <a:gd name="txL" fmla="*/ w 11750 100000"/>
              <a:gd name="txT" fmla="*/ h 7200 100000"/>
              <a:gd name="txR" fmla="*/ w 88250 100000"/>
              <a:gd name="txB" fmla="*/ h 92000 100000"/>
            </a:gdLst>
            <a:ahLst/>
            <a:cxnLst/>
            <a:rect l="txL" t="txT" r="txR" b="txB"/>
            <a:pathLst>
              <a:path w="1188720" h="371475">
                <a:moveTo>
                  <a:pt x="185738" y="0"/>
                </a:moveTo>
                <a:lnTo>
                  <a:pt x="1002982" y="0"/>
                </a:lnTo>
                <a:cubicBezTo>
                  <a:pt x="1105562" y="0"/>
                  <a:pt x="1188720" y="83158"/>
                  <a:pt x="1188720" y="185738"/>
                </a:cubicBezTo>
                <a:lnTo>
                  <a:pt x="1188720" y="185738"/>
                </a:lnTo>
                <a:cubicBezTo>
                  <a:pt x="1188720" y="288317"/>
                  <a:pt x="1105562" y="371475"/>
                  <a:pt x="1002982" y="371475"/>
                </a:cubicBezTo>
                <a:lnTo>
                  <a:pt x="185738" y="371475"/>
                </a:lnTo>
                <a:cubicBezTo>
                  <a:pt x="83158" y="371475"/>
                  <a:pt x="0" y="288317"/>
                  <a:pt x="0" y="185738"/>
                </a:cubicBezTo>
                <a:lnTo>
                  <a:pt x="0" y="185738"/>
                </a:lnTo>
                <a:cubicBezTo>
                  <a:pt x="0" y="83158"/>
                  <a:pt x="83158" y="0"/>
                  <a:pt x="185737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87823" y="3971240"/>
            <a:ext cx="909370" cy="31501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8148" y="43708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0.41 in
25 chars, 4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ellipse</a:t>
            </a:r>
          </a:p>
        </p:txBody>
      </p:sp>
      <p:sp>
        <p:nvSpPr>
          <p:cNvPr id="35" name="ellipse 1.0"/>
          <p:cNvSpPr/>
          <p:nvPr/>
        </p:nvSpPr>
        <p:spPr>
          <a:xfrm>
            <a:off x="6108192" y="2990088"/>
            <a:ext cx="1922526" cy="1325880"/>
          </a:xfrm>
          <a:custGeom>
            <a:avLst/>
            <a:gdLst>
              <a:gd name="txL" fmla="*/ w 16759 100000"/>
              <a:gd name="txT" fmla="*/ h 19950 100000"/>
              <a:gd name="txR" fmla="*/ w 83241 100000"/>
              <a:gd name="txB" fmla="*/ h 80100 100000"/>
            </a:gdLst>
            <a:ahLst/>
            <a:cxnLst/>
            <a:rect l="txL" t="txT" r="txR" b="txB"/>
            <a:pathLst>
              <a:path w="1922526" h="1325880">
                <a:moveTo>
                  <a:pt x="1922526" y="662940"/>
                </a:moveTo>
                <a:cubicBezTo>
                  <a:pt x="1922526" y="1029072"/>
                  <a:pt x="1492154" y="1325880"/>
                  <a:pt x="961263" y="1325880"/>
                </a:cubicBezTo>
                <a:cubicBezTo>
                  <a:pt x="430372" y="1325880"/>
                  <a:pt x="0" y="1029072"/>
                  <a:pt x="0" y="662940"/>
                </a:cubicBezTo>
                <a:cubicBezTo>
                  <a:pt x="0" y="296808"/>
                  <a:pt x="430372" y="0"/>
                  <a:pt x="961263" y="0"/>
                </a:cubicBezTo>
                <a:cubicBezTo>
                  <a:pt x="1492154" y="0"/>
                  <a:pt x="1922526" y="296808"/>
                  <a:pt x="1922526" y="66294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0381" y="3254602"/>
            <a:ext cx="1278148" cy="797515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370832"/>
            <a:ext cx="192252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2.10 x 1.45 in
33 chars, 5 words at 14 pt</a:t>
            </a:r>
          </a:p>
        </p:txBody>
      </p:sp>
      <p:sp>
        <p:nvSpPr>
          <p:cNvPr id="38" name="ellipse 0.72"/>
          <p:cNvSpPr/>
          <p:nvPr/>
        </p:nvSpPr>
        <p:spPr>
          <a:xfrm>
            <a:off x="8259318" y="3361335"/>
            <a:ext cx="1384218" cy="954633"/>
          </a:xfrm>
          <a:custGeom>
            <a:avLst/>
            <a:gdLst>
              <a:gd name="txL" fmla="*/ w 16759 100000"/>
              <a:gd name="txT" fmla="*/ h 19950 100000"/>
              <a:gd name="txR" fmla="*/ w 83241 100000"/>
              <a:gd name="txB" fmla="*/ h 80100 100000"/>
            </a:gdLst>
            <a:ahLst/>
            <a:cxnLst/>
            <a:rect l="txL" t="txT" r="txR" b="txB"/>
            <a:pathLst>
              <a:path w="1384218" h="954633">
                <a:moveTo>
                  <a:pt x="1384218" y="477316"/>
                </a:moveTo>
                <a:cubicBezTo>
                  <a:pt x="1384218" y="740931"/>
                  <a:pt x="1074350" y="954633"/>
                  <a:pt x="692109" y="954633"/>
                </a:cubicBezTo>
                <a:cubicBezTo>
                  <a:pt x="309868" y="954633"/>
                  <a:pt x="0" y="740931"/>
                  <a:pt x="0" y="477317"/>
                </a:cubicBezTo>
                <a:cubicBezTo>
                  <a:pt x="0" y="213702"/>
                  <a:pt x="309868" y="0"/>
                  <a:pt x="692109" y="0"/>
                </a:cubicBezTo>
                <a:cubicBezTo>
                  <a:pt x="1074350" y="0"/>
                  <a:pt x="1384218" y="213702"/>
                  <a:pt x="1384218" y="477316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91294" y="3551785"/>
            <a:ext cx="920266" cy="57421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9318" y="4370832"/>
            <a:ext cx="13842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1.51 x 1.04 in
30 chars, 5 words at 11 pt</a:t>
            </a:r>
          </a:p>
        </p:txBody>
      </p:sp>
      <p:sp>
        <p:nvSpPr>
          <p:cNvPr id="41" name="ellipse 0.5"/>
          <p:cNvSpPr/>
          <p:nvPr/>
        </p:nvSpPr>
        <p:spPr>
          <a:xfrm>
            <a:off x="9872136" y="3653028"/>
            <a:ext cx="961263" cy="662940"/>
          </a:xfrm>
          <a:custGeom>
            <a:avLst/>
            <a:gdLst>
              <a:gd name="txL" fmla="*/ w 16759 100000"/>
              <a:gd name="txT" fmla="*/ h 19950 100000"/>
              <a:gd name="txR" fmla="*/ w 83241 100000"/>
              <a:gd name="txB" fmla="*/ h 80100 100000"/>
            </a:gdLst>
            <a:ahLst/>
            <a:cxnLst/>
            <a:rect l="txL" t="txT" r="txR" b="txB"/>
            <a:pathLst>
              <a:path w="961263" h="662940">
                <a:moveTo>
                  <a:pt x="961263" y="331470"/>
                </a:moveTo>
                <a:cubicBezTo>
                  <a:pt x="961263" y="514536"/>
                  <a:pt x="746077" y="662940"/>
                  <a:pt x="480632" y="662940"/>
                </a:cubicBezTo>
                <a:cubicBezTo>
                  <a:pt x="215186" y="662940"/>
                  <a:pt x="0" y="514536"/>
                  <a:pt x="0" y="331470"/>
                </a:cubicBezTo>
                <a:cubicBezTo>
                  <a:pt x="0" y="148404"/>
                  <a:pt x="215186" y="0"/>
                  <a:pt x="480631" y="0"/>
                </a:cubicBezTo>
                <a:cubicBezTo>
                  <a:pt x="746077" y="0"/>
                  <a:pt x="961263" y="148404"/>
                  <a:pt x="961263" y="33147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33231" y="3785285"/>
            <a:ext cx="639073" cy="398757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2136" y="4370832"/>
            <a:ext cx="9612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1.05 x 0.72 in
17 chars, 2 words at 9 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2/6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circle</a:t>
            </a:r>
          </a:p>
        </p:txBody>
      </p:sp>
      <p:sp>
        <p:nvSpPr>
          <p:cNvPr id="5" name="circle 1.0"/>
          <p:cNvSpPr/>
          <p:nvPr/>
        </p:nvSpPr>
        <p:spPr>
          <a:xfrm>
            <a:off x="301752" y="1463040"/>
            <a:ext cx="1325880" cy="1325880"/>
          </a:xfrm>
          <a:custGeom>
            <a:avLst/>
            <a:gdLst>
              <a:gd name="txL" fmla="*/ w 20000 100000"/>
              <a:gd name="txT" fmla="*/ h 17500 100000"/>
              <a:gd name="txR" fmla="*/ w 80000 100000"/>
              <a:gd name="txB" fmla="*/ h 82500 100000"/>
            </a:gdLst>
            <a:ahLst/>
            <a:cxnLst/>
            <a:rect l="txL" t="txT" r="txR" b="txB"/>
            <a:pathLst>
              <a:path w="1325880" h="1325880">
                <a:moveTo>
                  <a:pt x="1325880" y="662940"/>
                </a:moveTo>
                <a:cubicBezTo>
                  <a:pt x="1325880" y="1029072"/>
                  <a:pt x="1029072" y="1325880"/>
                  <a:pt x="662940" y="1325880"/>
                </a:cubicBezTo>
                <a:cubicBezTo>
                  <a:pt x="296808" y="1325880"/>
                  <a:pt x="0" y="1029072"/>
                  <a:pt x="0" y="662940"/>
                </a:cubicBezTo>
                <a:cubicBezTo>
                  <a:pt x="0" y="296808"/>
                  <a:pt x="296808" y="0"/>
                  <a:pt x="662940" y="0"/>
                </a:cubicBezTo>
                <a:cubicBezTo>
                  <a:pt x="1029072" y="0"/>
                  <a:pt x="1325880" y="296808"/>
                  <a:pt x="1325880" y="66294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95069"/>
            <a:ext cx="795527" cy="861821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8437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1.45 x 1.45 in
27 chars, 4 words at 14 pt</a:t>
            </a:r>
          </a:p>
        </p:txBody>
      </p:sp>
      <p:sp>
        <p:nvSpPr>
          <p:cNvPr id="8" name="circle 0.72"/>
          <p:cNvSpPr/>
          <p:nvPr/>
        </p:nvSpPr>
        <p:spPr>
          <a:xfrm>
            <a:off x="1856232" y="1834287"/>
            <a:ext cx="954633" cy="954633"/>
          </a:xfrm>
          <a:custGeom>
            <a:avLst/>
            <a:gdLst>
              <a:gd name="txL" fmla="*/ w 20000 100000"/>
              <a:gd name="txT" fmla="*/ h 17500 100000"/>
              <a:gd name="txR" fmla="*/ w 80000 100000"/>
              <a:gd name="txB" fmla="*/ h 82500 100000"/>
            </a:gdLst>
            <a:ahLst/>
            <a:cxnLst/>
            <a:rect l="txL" t="txT" r="txR" b="txB"/>
            <a:pathLst>
              <a:path w="954633" h="954633">
                <a:moveTo>
                  <a:pt x="954633" y="477316"/>
                </a:moveTo>
                <a:cubicBezTo>
                  <a:pt x="954633" y="740931"/>
                  <a:pt x="740931" y="954633"/>
                  <a:pt x="477317" y="954633"/>
                </a:cubicBezTo>
                <a:cubicBezTo>
                  <a:pt x="213702" y="954633"/>
                  <a:pt x="0" y="740931"/>
                  <a:pt x="0" y="477317"/>
                </a:cubicBezTo>
                <a:cubicBezTo>
                  <a:pt x="0" y="213702"/>
                  <a:pt x="213702" y="0"/>
                  <a:pt x="477316" y="0"/>
                </a:cubicBezTo>
                <a:cubicBezTo>
                  <a:pt x="740931" y="0"/>
                  <a:pt x="954633" y="213702"/>
                  <a:pt x="954633" y="477316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47159" y="2001348"/>
            <a:ext cx="572779" cy="62051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6232" y="2843784"/>
            <a:ext cx="95463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1.04 x 1.04 in
17 chars, 3 words at 11 pt</a:t>
            </a:r>
          </a:p>
        </p:txBody>
      </p:sp>
      <p:sp>
        <p:nvSpPr>
          <p:cNvPr id="11" name="circle 0.5"/>
          <p:cNvSpPr/>
          <p:nvPr/>
        </p:nvSpPr>
        <p:spPr>
          <a:xfrm>
            <a:off x="3039465" y="2125980"/>
            <a:ext cx="662940" cy="662940"/>
          </a:xfrm>
          <a:custGeom>
            <a:avLst/>
            <a:gdLst>
              <a:gd name="txL" fmla="*/ w 20000 100000"/>
              <a:gd name="txT" fmla="*/ h 17500 100000"/>
              <a:gd name="txR" fmla="*/ w 80000 100000"/>
              <a:gd name="txB" fmla="*/ h 82500 100000"/>
            </a:gdLst>
            <a:ahLst/>
            <a:cxnLst/>
            <a:rect l="txL" t="txT" r="txR" b="txB"/>
            <a:pathLst>
              <a:path w="662940" h="662940">
                <a:moveTo>
                  <a:pt x="662940" y="331470"/>
                </a:moveTo>
                <a:cubicBezTo>
                  <a:pt x="662940" y="514536"/>
                  <a:pt x="514536" y="662940"/>
                  <a:pt x="331470" y="662940"/>
                </a:cubicBezTo>
                <a:cubicBezTo>
                  <a:pt x="148404" y="662940"/>
                  <a:pt x="0" y="514536"/>
                  <a:pt x="0" y="331470"/>
                </a:cubicBezTo>
                <a:cubicBezTo>
                  <a:pt x="0" y="148404"/>
                  <a:pt x="148404" y="0"/>
                  <a:pt x="331470" y="0"/>
                </a:cubicBezTo>
                <a:cubicBezTo>
                  <a:pt x="514536" y="0"/>
                  <a:pt x="662940" y="148404"/>
                  <a:pt x="662940" y="33147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72053" y="2241995"/>
            <a:ext cx="397763" cy="43091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9465" y="28437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0.72 x 0.72 in
too small for this text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drop</a:t>
            </a:r>
          </a:p>
        </p:txBody>
      </p:sp>
      <p:sp>
        <p:nvSpPr>
          <p:cNvPr id="15" name="drop 1.0"/>
          <p:cNvSpPr/>
          <p:nvPr/>
        </p:nvSpPr>
        <p:spPr>
          <a:xfrm>
            <a:off x="6108192" y="960120"/>
            <a:ext cx="1152144" cy="1828800"/>
          </a:xfrm>
          <a:custGeom>
            <a:avLst/>
            <a:gdLst>
              <a:gd name="txL" fmla="*/ w 11937 100000"/>
              <a:gd name="txT" fmla="*/ h 44520 100000"/>
              <a:gd name="txR" fmla="*/ w 88063 100000"/>
              <a:gd name="txB" fmla="*/ h 82480 100000"/>
            </a:gdLst>
            <a:ahLst/>
            <a:cxnLst/>
            <a:rect l="txL" t="txT" r="txR" b="txB"/>
            <a:pathLst>
              <a:path w="1152144" h="1828800">
                <a:moveTo>
                  <a:pt x="576072" y="0"/>
                </a:moveTo>
                <a:cubicBezTo>
                  <a:pt x="726683" y="223290"/>
                  <a:pt x="1152144" y="651419"/>
                  <a:pt x="1152144" y="1252728"/>
                </a:cubicBezTo>
                <a:cubicBezTo>
                  <a:pt x="1152144" y="1570884"/>
                  <a:pt x="894228" y="1828800"/>
                  <a:pt x="576072" y="1828800"/>
                </a:cubicBezTo>
                <a:cubicBezTo>
                  <a:pt x="257916" y="1828800"/>
                  <a:pt x="0" y="1570884"/>
                  <a:pt x="0" y="1252728"/>
                </a:cubicBezTo>
                <a:cubicBezTo>
                  <a:pt x="0" y="651419"/>
                  <a:pt x="425461" y="223290"/>
                  <a:pt x="57607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718" y="1774302"/>
            <a:ext cx="877092" cy="69421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843784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1.26 x 2.00 in
22 chars, 3 words at 14 pt</a:t>
            </a:r>
          </a:p>
        </p:txBody>
      </p:sp>
      <p:sp>
        <p:nvSpPr>
          <p:cNvPr id="18" name="drop 0.72"/>
          <p:cNvSpPr/>
          <p:nvPr/>
        </p:nvSpPr>
        <p:spPr>
          <a:xfrm>
            <a:off x="7488936" y="1352006"/>
            <a:ext cx="905255" cy="1436914"/>
          </a:xfrm>
          <a:custGeom>
            <a:avLst/>
            <a:gdLst>
              <a:gd name="txL" fmla="*/ w 11937 100000"/>
              <a:gd name="txT" fmla="*/ h 44520 100000"/>
              <a:gd name="txR" fmla="*/ w 88063 100000"/>
              <a:gd name="txB" fmla="*/ h 82480 100000"/>
            </a:gdLst>
            <a:ahLst/>
            <a:cxnLst/>
            <a:rect l="txL" t="txT" r="txR" b="txB"/>
            <a:pathLst>
              <a:path w="905255" h="1436914">
                <a:moveTo>
                  <a:pt x="452628" y="0"/>
                </a:moveTo>
                <a:cubicBezTo>
                  <a:pt x="570965" y="175442"/>
                  <a:pt x="905255" y="511829"/>
                  <a:pt x="905255" y="984286"/>
                </a:cubicBezTo>
                <a:cubicBezTo>
                  <a:pt x="905255" y="1234266"/>
                  <a:pt x="702607" y="1436914"/>
                  <a:pt x="452628" y="1436914"/>
                </a:cubicBezTo>
                <a:cubicBezTo>
                  <a:pt x="202648" y="1436914"/>
                  <a:pt x="0" y="1234266"/>
                  <a:pt x="0" y="984286"/>
                </a:cubicBezTo>
                <a:cubicBezTo>
                  <a:pt x="0" y="511829"/>
                  <a:pt x="334290" y="175442"/>
                  <a:pt x="45262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96992" y="1991721"/>
            <a:ext cx="689143" cy="54545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936" y="2843784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0.99 x 1.57 in
22 chars, 3 words at 11 pt</a:t>
            </a:r>
          </a:p>
        </p:txBody>
      </p:sp>
      <p:sp>
        <p:nvSpPr>
          <p:cNvPr id="21" name="drop 0.5"/>
          <p:cNvSpPr/>
          <p:nvPr/>
        </p:nvSpPr>
        <p:spPr>
          <a:xfrm>
            <a:off x="8622791" y="1613263"/>
            <a:ext cx="740663" cy="1175657"/>
          </a:xfrm>
          <a:custGeom>
            <a:avLst/>
            <a:gdLst>
              <a:gd name="txL" fmla="*/ w 11937 100000"/>
              <a:gd name="txT" fmla="*/ h 44520 100000"/>
              <a:gd name="txR" fmla="*/ w 88064 100000"/>
              <a:gd name="txB" fmla="*/ h 82480 100000"/>
            </a:gdLst>
            <a:ahLst/>
            <a:cxnLst/>
            <a:rect l="txL" t="txT" r="txR" b="txB"/>
            <a:pathLst>
              <a:path w="740663" h="1175657">
                <a:moveTo>
                  <a:pt x="370332" y="0"/>
                </a:moveTo>
                <a:cubicBezTo>
                  <a:pt x="467153" y="143544"/>
                  <a:pt x="740663" y="418769"/>
                  <a:pt x="740663" y="805325"/>
                </a:cubicBezTo>
                <a:cubicBezTo>
                  <a:pt x="740663" y="1009854"/>
                  <a:pt x="574860" y="1175657"/>
                  <a:pt x="370332" y="1175657"/>
                </a:cubicBezTo>
                <a:cubicBezTo>
                  <a:pt x="165803" y="1175657"/>
                  <a:pt x="0" y="1009854"/>
                  <a:pt x="0" y="805325"/>
                </a:cubicBezTo>
                <a:cubicBezTo>
                  <a:pt x="0" y="418769"/>
                  <a:pt x="273510" y="143544"/>
                  <a:pt x="370332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11201" y="2136666"/>
            <a:ext cx="563844" cy="44627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2791" y="28437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0.81 x 1.29 in
22 chars, 3 words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321868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drop, tilt 6</a:t>
            </a:r>
          </a:p>
        </p:txBody>
      </p:sp>
      <p:sp>
        <p:nvSpPr>
          <p:cNvPr id="25" name="drop 1.0"/>
          <p:cNvSpPr/>
          <p:nvPr/>
        </p:nvSpPr>
        <p:spPr>
          <a:xfrm>
            <a:off x="301752" y="3493008"/>
            <a:ext cx="1160348" cy="1828800"/>
          </a:xfrm>
          <a:custGeom>
            <a:avLst/>
            <a:gdLst>
              <a:gd name="txL" fmla="*/ w 15821 100000"/>
              <a:gd name="txT" fmla="*/ h 43038 100000"/>
              <a:gd name="txR" fmla="*/ w 88989 100000"/>
              <a:gd name="txB" fmla="*/ h 80462 100000"/>
            </a:gdLst>
            <a:ahLst/>
            <a:cxnLst/>
            <a:rect l="txL" t="txT" r="txR" b="txB"/>
            <a:pathLst>
              <a:path w="1160348" h="1828800">
                <a:moveTo>
                  <a:pt x="709709" y="0"/>
                </a:moveTo>
                <a:cubicBezTo>
                  <a:pt x="836628" y="238700"/>
                  <a:pt x="1216422" y="710715"/>
                  <a:pt x="1153332" y="1310967"/>
                </a:cubicBezTo>
                <a:cubicBezTo>
                  <a:pt x="1119952" y="1628564"/>
                  <a:pt x="835429" y="1858966"/>
                  <a:pt x="517832" y="1825586"/>
                </a:cubicBezTo>
                <a:cubicBezTo>
                  <a:pt x="200236" y="1792205"/>
                  <a:pt x="-30166" y="1507682"/>
                  <a:pt x="3214" y="1190085"/>
                </a:cubicBezTo>
                <a:cubicBezTo>
                  <a:pt x="66303" y="589832"/>
                  <a:pt x="535935" y="207096"/>
                  <a:pt x="7097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326" y="4280086"/>
            <a:ext cx="849004" cy="68441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5376672"/>
            <a:ext cx="116034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1.27 x 2.00 in
22 chars, 3 words at 14 pt</a:t>
            </a:r>
          </a:p>
        </p:txBody>
      </p:sp>
      <p:sp>
        <p:nvSpPr>
          <p:cNvPr id="28" name="drop 0.72"/>
          <p:cNvSpPr/>
          <p:nvPr/>
        </p:nvSpPr>
        <p:spPr>
          <a:xfrm>
            <a:off x="1690700" y="3884894"/>
            <a:ext cx="911702" cy="1436914"/>
          </a:xfrm>
          <a:custGeom>
            <a:avLst/>
            <a:gdLst>
              <a:gd name="txL" fmla="*/ w 15821 100000"/>
              <a:gd name="txT" fmla="*/ h 43038 100000"/>
              <a:gd name="txR" fmla="*/ w 88989 100000"/>
              <a:gd name="txB" fmla="*/ h 80462 100000"/>
            </a:gdLst>
            <a:ahLst/>
            <a:cxnLst/>
            <a:rect l="txL" t="txT" r="txR" b="txB"/>
            <a:pathLst>
              <a:path w="911702" h="1436914">
                <a:moveTo>
                  <a:pt x="557628" y="0"/>
                </a:moveTo>
                <a:cubicBezTo>
                  <a:pt x="657350" y="187550"/>
                  <a:pt x="955760" y="558419"/>
                  <a:pt x="906190" y="1030046"/>
                </a:cubicBezTo>
                <a:cubicBezTo>
                  <a:pt x="879962" y="1279586"/>
                  <a:pt x="656408" y="1460616"/>
                  <a:pt x="406868" y="1434388"/>
                </a:cubicBezTo>
                <a:cubicBezTo>
                  <a:pt x="157328" y="1408161"/>
                  <a:pt x="-23702" y="1184607"/>
                  <a:pt x="2526" y="935067"/>
                </a:cubicBezTo>
                <a:cubicBezTo>
                  <a:pt x="52096" y="463440"/>
                  <a:pt x="421092" y="162718"/>
                  <a:pt x="55762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34937" y="4503313"/>
            <a:ext cx="667074" cy="53775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0700" y="5376672"/>
            <a:ext cx="91170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1.00 x 1.57 in
22 chars, 3 words at 11 pt</a:t>
            </a:r>
          </a:p>
        </p:txBody>
      </p:sp>
      <p:sp>
        <p:nvSpPr>
          <p:cNvPr id="31" name="drop 0.5"/>
          <p:cNvSpPr/>
          <p:nvPr/>
        </p:nvSpPr>
        <p:spPr>
          <a:xfrm>
            <a:off x="2831002" y="4146151"/>
            <a:ext cx="745938" cy="1175657"/>
          </a:xfrm>
          <a:custGeom>
            <a:avLst/>
            <a:gdLst>
              <a:gd name="txL" fmla="*/ w 15821 100000"/>
              <a:gd name="txT" fmla="*/ h 43038 100000"/>
              <a:gd name="txR" fmla="*/ w 88989 100000"/>
              <a:gd name="txB" fmla="*/ h 80462 100000"/>
            </a:gdLst>
            <a:ahLst/>
            <a:cxnLst/>
            <a:rect l="txL" t="txT" r="txR" b="txB"/>
            <a:pathLst>
              <a:path w="745938" h="1175657">
                <a:moveTo>
                  <a:pt x="456241" y="0"/>
                </a:moveTo>
                <a:cubicBezTo>
                  <a:pt x="537832" y="153450"/>
                  <a:pt x="781985" y="456888"/>
                  <a:pt x="741428" y="842765"/>
                </a:cubicBezTo>
                <a:cubicBezTo>
                  <a:pt x="719969" y="1046934"/>
                  <a:pt x="537061" y="1195050"/>
                  <a:pt x="332892" y="1173591"/>
                </a:cubicBezTo>
                <a:cubicBezTo>
                  <a:pt x="128723" y="1152132"/>
                  <a:pt x="-19393" y="969224"/>
                  <a:pt x="2066" y="765055"/>
                </a:cubicBezTo>
                <a:cubicBezTo>
                  <a:pt x="42624" y="379178"/>
                  <a:pt x="344530" y="133133"/>
                  <a:pt x="45624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49014" y="4652130"/>
            <a:ext cx="545788" cy="43997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1002" y="537667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0.82 x 1.29 in
22 chars, 3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321868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cloud</a:t>
            </a:r>
          </a:p>
        </p:txBody>
      </p:sp>
      <p:sp>
        <p:nvSpPr>
          <p:cNvPr id="35" name="cloud 1.0"/>
          <p:cNvSpPr/>
          <p:nvPr/>
        </p:nvSpPr>
        <p:spPr>
          <a:xfrm>
            <a:off x="6108192" y="3995928"/>
            <a:ext cx="2225918" cy="1325880"/>
          </a:xfrm>
          <a:custGeom>
            <a:avLst/>
            <a:gdLst>
              <a:gd name="txL" fmla="*/ w 19383 100000"/>
              <a:gd name="txT" fmla="*/ h 35058 100000"/>
              <a:gd name="txR" fmla="*/ w 86117 100000"/>
              <a:gd name="txB" fmla="*/ h 90853 100000"/>
            </a:gdLst>
            <a:ahLst/>
            <a:cxnLst/>
            <a:rect l="txL" t="txT" r="txR" b="txB"/>
            <a:pathLst>
              <a:path w="2225918" h="1325880">
                <a:moveTo>
                  <a:pt x="340576" y="1325880"/>
                </a:moveTo>
                <a:lnTo>
                  <a:pt x="1739364" y="1325880"/>
                </a:lnTo>
                <a:cubicBezTo>
                  <a:pt x="1939385" y="1325880"/>
                  <a:pt x="2119025" y="1203464"/>
                  <a:pt x="2192186" y="1017304"/>
                </a:cubicBezTo>
                <a:cubicBezTo>
                  <a:pt x="2265347" y="831144"/>
                  <a:pt x="2217120" y="619176"/>
                  <a:pt x="2070619" y="482993"/>
                </a:cubicBezTo>
                <a:cubicBezTo>
                  <a:pt x="1924119" y="346810"/>
                  <a:pt x="1709199" y="314164"/>
                  <a:pt x="1528868" y="400701"/>
                </a:cubicBezTo>
                <a:cubicBezTo>
                  <a:pt x="1421144" y="116256"/>
                  <a:pt x="1123075" y="-48128"/>
                  <a:pt x="825025" y="12534"/>
                </a:cubicBezTo>
                <a:cubicBezTo>
                  <a:pt x="526975" y="73196"/>
                  <a:pt x="316871" y="341008"/>
                  <a:pt x="328897" y="644931"/>
                </a:cubicBezTo>
                <a:cubicBezTo>
                  <a:pt x="143189" y="651302"/>
                  <a:pt x="-3135" y="805355"/>
                  <a:pt x="51" y="991145"/>
                </a:cubicBezTo>
                <a:cubicBezTo>
                  <a:pt x="3237" y="1176935"/>
                  <a:pt x="154758" y="1325880"/>
                  <a:pt x="340576" y="13258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9634" y="4460759"/>
            <a:ext cx="1485460" cy="739777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376672"/>
            <a:ext cx="22259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2.43 x 1.45 in
40 chars, 6 words at 14 pt</a:t>
            </a:r>
          </a:p>
        </p:txBody>
      </p:sp>
      <p:sp>
        <p:nvSpPr>
          <p:cNvPr id="38" name="cloud 0.72"/>
          <p:cNvSpPr/>
          <p:nvPr/>
        </p:nvSpPr>
        <p:spPr>
          <a:xfrm>
            <a:off x="8562710" y="4367175"/>
            <a:ext cx="1602661" cy="954633"/>
          </a:xfrm>
          <a:custGeom>
            <a:avLst/>
            <a:gdLst>
              <a:gd name="txL" fmla="*/ w 19383 100000"/>
              <a:gd name="txT" fmla="*/ h 35058 100000"/>
              <a:gd name="txR" fmla="*/ w 86117 100000"/>
              <a:gd name="txB" fmla="*/ h 90854 100000"/>
            </a:gdLst>
            <a:ahLst/>
            <a:cxnLst/>
            <a:rect l="txL" t="txT" r="txR" b="txB"/>
            <a:pathLst>
              <a:path w="1602661" h="954633">
                <a:moveTo>
                  <a:pt x="245214" y="954633"/>
                </a:moveTo>
                <a:lnTo>
                  <a:pt x="1252342" y="954633"/>
                </a:lnTo>
                <a:cubicBezTo>
                  <a:pt x="1396357" y="954633"/>
                  <a:pt x="1525698" y="866493"/>
                  <a:pt x="1578374" y="732458"/>
                </a:cubicBezTo>
                <a:cubicBezTo>
                  <a:pt x="1631050" y="598423"/>
                  <a:pt x="1596326" y="445806"/>
                  <a:pt x="1490846" y="347755"/>
                </a:cubicBezTo>
                <a:cubicBezTo>
                  <a:pt x="1385366" y="249703"/>
                  <a:pt x="1230624" y="226198"/>
                  <a:pt x="1100785" y="288505"/>
                </a:cubicBezTo>
                <a:cubicBezTo>
                  <a:pt x="1023224" y="83704"/>
                  <a:pt x="808614" y="-34652"/>
                  <a:pt x="594018" y="9024"/>
                </a:cubicBezTo>
                <a:cubicBezTo>
                  <a:pt x="379422" y="52701"/>
                  <a:pt x="228147" y="245526"/>
                  <a:pt x="236806" y="464350"/>
                </a:cubicBezTo>
                <a:cubicBezTo>
                  <a:pt x="103096" y="468937"/>
                  <a:pt x="-2257" y="579855"/>
                  <a:pt x="37" y="713624"/>
                </a:cubicBezTo>
                <a:cubicBezTo>
                  <a:pt x="2331" y="847393"/>
                  <a:pt x="111426" y="954633"/>
                  <a:pt x="245214" y="95463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73348" y="4701853"/>
            <a:ext cx="1069531" cy="532640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2710" y="5376672"/>
            <a:ext cx="160266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1.75 x 1.04 in
35 chars, 6 words at 11 pt</a:t>
            </a:r>
          </a:p>
        </p:txBody>
      </p:sp>
      <p:sp>
        <p:nvSpPr>
          <p:cNvPr id="41" name="cloud 0.5"/>
          <p:cNvSpPr/>
          <p:nvPr/>
        </p:nvSpPr>
        <p:spPr>
          <a:xfrm>
            <a:off x="10393971" y="4658868"/>
            <a:ext cx="1112959" cy="662940"/>
          </a:xfrm>
          <a:custGeom>
            <a:avLst/>
            <a:gdLst>
              <a:gd name="txL" fmla="*/ w 19383 100000"/>
              <a:gd name="txT" fmla="*/ h 35058 100000"/>
              <a:gd name="txR" fmla="*/ w 86117 100000"/>
              <a:gd name="txB" fmla="*/ h 90853 100000"/>
            </a:gdLst>
            <a:ahLst/>
            <a:cxnLst/>
            <a:rect l="txL" t="txT" r="txR" b="txB"/>
            <a:pathLst>
              <a:path w="1112959" h="662940">
                <a:moveTo>
                  <a:pt x="170288" y="662940"/>
                </a:moveTo>
                <a:lnTo>
                  <a:pt x="869682" y="662940"/>
                </a:lnTo>
                <a:cubicBezTo>
                  <a:pt x="969692" y="662940"/>
                  <a:pt x="1059512" y="601732"/>
                  <a:pt x="1096093" y="508652"/>
                </a:cubicBezTo>
                <a:cubicBezTo>
                  <a:pt x="1132673" y="415572"/>
                  <a:pt x="1108560" y="309588"/>
                  <a:pt x="1035310" y="241496"/>
                </a:cubicBezTo>
                <a:cubicBezTo>
                  <a:pt x="962060" y="173405"/>
                  <a:pt x="854600" y="157082"/>
                  <a:pt x="764434" y="200351"/>
                </a:cubicBezTo>
                <a:cubicBezTo>
                  <a:pt x="710572" y="58128"/>
                  <a:pt x="561538" y="-24064"/>
                  <a:pt x="412513" y="6267"/>
                </a:cubicBezTo>
                <a:cubicBezTo>
                  <a:pt x="263488" y="36598"/>
                  <a:pt x="158436" y="170504"/>
                  <a:pt x="164449" y="322465"/>
                </a:cubicBezTo>
                <a:cubicBezTo>
                  <a:pt x="71595" y="325651"/>
                  <a:pt x="-1568" y="402678"/>
                  <a:pt x="26" y="495573"/>
                </a:cubicBezTo>
                <a:cubicBezTo>
                  <a:pt x="1619" y="588468"/>
                  <a:pt x="77379" y="662940"/>
                  <a:pt x="170288" y="66294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09692" y="4891284"/>
            <a:ext cx="742730" cy="36988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93971" y="5376672"/>
            <a:ext cx="111295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1.22 x 0.72 in
20 chars, 3 words at 9 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3/6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cloud, 4 lobes, flipped</a:t>
            </a:r>
          </a:p>
        </p:txBody>
      </p:sp>
      <p:sp>
        <p:nvSpPr>
          <p:cNvPr id="5" name="cloud 1.0"/>
          <p:cNvSpPr/>
          <p:nvPr/>
        </p:nvSpPr>
        <p:spPr>
          <a:xfrm>
            <a:off x="301752" y="1036002"/>
            <a:ext cx="2377440" cy="1249998"/>
          </a:xfrm>
          <a:custGeom>
            <a:avLst/>
            <a:gdLst>
              <a:gd name="txL" fmla="*/ w 21103 100000"/>
              <a:gd name="txT" fmla="*/ h 22069 100000"/>
              <a:gd name="txR" fmla="*/ w 77897 100000"/>
              <a:gd name="txB" fmla="*/ h 96804 100000"/>
            </a:gdLst>
            <a:ahLst/>
            <a:cxnLst/>
            <a:rect l="txL" t="txT" r="txR" b="txB"/>
            <a:pathLst>
              <a:path w="2377440" h="1249998">
                <a:moveTo>
                  <a:pt x="1997541" y="1249998"/>
                </a:moveTo>
                <a:lnTo>
                  <a:pt x="367651" y="1249998"/>
                </a:lnTo>
                <a:cubicBezTo>
                  <a:pt x="171534" y="1249998"/>
                  <a:pt x="9945" y="1096060"/>
                  <a:pt x="439" y="900174"/>
                </a:cubicBezTo>
                <a:cubicBezTo>
                  <a:pt x="-9067" y="704288"/>
                  <a:pt x="136858" y="535427"/>
                  <a:pt x="332053" y="516437"/>
                </a:cubicBezTo>
                <a:cubicBezTo>
                  <a:pt x="344775" y="325519"/>
                  <a:pt x="459988" y="156498"/>
                  <a:pt x="633046" y="74873"/>
                </a:cubicBezTo>
                <a:cubicBezTo>
                  <a:pt x="806103" y="-6753"/>
                  <a:pt x="1009809" y="11843"/>
                  <a:pt x="1165226" y="123456"/>
                </a:cubicBezTo>
                <a:cubicBezTo>
                  <a:pt x="1312083" y="-4364"/>
                  <a:pt x="1519564" y="-35838"/>
                  <a:pt x="1697722" y="42678"/>
                </a:cubicBezTo>
                <a:cubicBezTo>
                  <a:pt x="1875880" y="121194"/>
                  <a:pt x="1992643" y="295566"/>
                  <a:pt x="1997391" y="490200"/>
                </a:cubicBezTo>
                <a:cubicBezTo>
                  <a:pt x="2133134" y="490147"/>
                  <a:pt x="2258591" y="562525"/>
                  <a:pt x="2326493" y="680063"/>
                </a:cubicBezTo>
                <a:cubicBezTo>
                  <a:pt x="2394396" y="797602"/>
                  <a:pt x="2394424" y="942440"/>
                  <a:pt x="2326568" y="1060005"/>
                </a:cubicBezTo>
                <a:cubicBezTo>
                  <a:pt x="2258712" y="1177571"/>
                  <a:pt x="2133284" y="1249998"/>
                  <a:pt x="1997541" y="124999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3466" y="1311859"/>
            <a:ext cx="1350238" cy="934186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1.37 in
47 chars, 8 words at 14 pt</a:t>
            </a:r>
          </a:p>
        </p:txBody>
      </p:sp>
      <p:sp>
        <p:nvSpPr>
          <p:cNvPr id="8" name="cloud 0.72"/>
          <p:cNvSpPr/>
          <p:nvPr/>
        </p:nvSpPr>
        <p:spPr>
          <a:xfrm>
            <a:off x="2907792" y="1386002"/>
            <a:ext cx="1711756" cy="899998"/>
          </a:xfrm>
          <a:custGeom>
            <a:avLst/>
            <a:gdLst>
              <a:gd name="txL" fmla="*/ w 21103 100000"/>
              <a:gd name="txT" fmla="*/ h 22069 100000"/>
              <a:gd name="txR" fmla="*/ w 77897 100000"/>
              <a:gd name="txB" fmla="*/ h 96804 100000"/>
            </a:gdLst>
            <a:ahLst/>
            <a:cxnLst/>
            <a:rect l="txL" t="txT" r="txR" b="txB"/>
            <a:pathLst>
              <a:path w="1711756" h="899998">
                <a:moveTo>
                  <a:pt x="1438229" y="899998"/>
                </a:moveTo>
                <a:lnTo>
                  <a:pt x="264709" y="899998"/>
                </a:lnTo>
                <a:cubicBezTo>
                  <a:pt x="123505" y="899998"/>
                  <a:pt x="7160" y="789163"/>
                  <a:pt x="316" y="648125"/>
                </a:cubicBezTo>
                <a:cubicBezTo>
                  <a:pt x="-6528" y="507087"/>
                  <a:pt x="98537" y="385507"/>
                  <a:pt x="239078" y="371835"/>
                </a:cubicBezTo>
                <a:cubicBezTo>
                  <a:pt x="248238" y="234373"/>
                  <a:pt x="331191" y="112679"/>
                  <a:pt x="455793" y="53908"/>
                </a:cubicBezTo>
                <a:cubicBezTo>
                  <a:pt x="580394" y="-4862"/>
                  <a:pt x="727062" y="8527"/>
                  <a:pt x="838962" y="88888"/>
                </a:cubicBezTo>
                <a:cubicBezTo>
                  <a:pt x="944700" y="-3142"/>
                  <a:pt x="1094086" y="-25803"/>
                  <a:pt x="1222360" y="30728"/>
                </a:cubicBezTo>
                <a:cubicBezTo>
                  <a:pt x="1350633" y="87260"/>
                  <a:pt x="1434702" y="212807"/>
                  <a:pt x="1438121" y="352944"/>
                </a:cubicBezTo>
                <a:cubicBezTo>
                  <a:pt x="1535856" y="352905"/>
                  <a:pt x="1626185" y="405017"/>
                  <a:pt x="1675074" y="489645"/>
                </a:cubicBezTo>
                <a:cubicBezTo>
                  <a:pt x="1723964" y="574273"/>
                  <a:pt x="1723984" y="678556"/>
                  <a:pt x="1675128" y="763203"/>
                </a:cubicBezTo>
                <a:cubicBezTo>
                  <a:pt x="1626272" y="847850"/>
                  <a:pt x="1535963" y="899998"/>
                  <a:pt x="1438229" y="899998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9026" y="1584619"/>
            <a:ext cx="972170" cy="672613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7792" y="2340864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0.98 in
44 chars, 7 words at 11 pt</a:t>
            </a:r>
          </a:p>
        </p:txBody>
      </p:sp>
      <p:sp>
        <p:nvSpPr>
          <p:cNvPr id="11" name="cloud 0.5"/>
          <p:cNvSpPr/>
          <p:nvPr/>
        </p:nvSpPr>
        <p:spPr>
          <a:xfrm>
            <a:off x="4848148" y="1661001"/>
            <a:ext cx="1188720" cy="624999"/>
          </a:xfrm>
          <a:custGeom>
            <a:avLst/>
            <a:gdLst>
              <a:gd name="txL" fmla="*/ w 21103 100000"/>
              <a:gd name="txT" fmla="*/ h 22069 100000"/>
              <a:gd name="txR" fmla="*/ w 77897 100000"/>
              <a:gd name="txB" fmla="*/ h 96804 100000"/>
            </a:gdLst>
            <a:ahLst/>
            <a:cxnLst/>
            <a:rect l="txL" t="txT" r="txR" b="txB"/>
            <a:pathLst>
              <a:path w="1188720" h="624999">
                <a:moveTo>
                  <a:pt x="998770" y="624999"/>
                </a:moveTo>
                <a:lnTo>
                  <a:pt x="183826" y="624999"/>
                </a:lnTo>
                <a:cubicBezTo>
                  <a:pt x="85767" y="624999"/>
                  <a:pt x="4973" y="548030"/>
                  <a:pt x="220" y="450087"/>
                </a:cubicBezTo>
                <a:cubicBezTo>
                  <a:pt x="-4533" y="352144"/>
                  <a:pt x="68429" y="267713"/>
                  <a:pt x="166026" y="258219"/>
                </a:cubicBezTo>
                <a:cubicBezTo>
                  <a:pt x="172388" y="162759"/>
                  <a:pt x="229994" y="78249"/>
                  <a:pt x="316523" y="37436"/>
                </a:cubicBezTo>
                <a:cubicBezTo>
                  <a:pt x="403052" y="-3377"/>
                  <a:pt x="504905" y="5922"/>
                  <a:pt x="582613" y="61728"/>
                </a:cubicBezTo>
                <a:cubicBezTo>
                  <a:pt x="656042" y="-2182"/>
                  <a:pt x="759782" y="-17919"/>
                  <a:pt x="848861" y="21339"/>
                </a:cubicBezTo>
                <a:cubicBezTo>
                  <a:pt x="937940" y="60597"/>
                  <a:pt x="996321" y="147783"/>
                  <a:pt x="998696" y="245100"/>
                </a:cubicBezTo>
                <a:cubicBezTo>
                  <a:pt x="1066567" y="245073"/>
                  <a:pt x="1129296" y="281262"/>
                  <a:pt x="1163247" y="340032"/>
                </a:cubicBezTo>
                <a:cubicBezTo>
                  <a:pt x="1197198" y="398801"/>
                  <a:pt x="1197212" y="471220"/>
                  <a:pt x="1163284" y="530003"/>
                </a:cubicBezTo>
                <a:cubicBezTo>
                  <a:pt x="1129356" y="588785"/>
                  <a:pt x="1066642" y="624999"/>
                  <a:pt x="998770" y="62499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99005" y="1798930"/>
            <a:ext cx="675119" cy="467092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8148" y="23408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0.68 in
28 chars, 4 words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blob, seed 1</a:t>
            </a:r>
          </a:p>
        </p:txBody>
      </p:sp>
      <p:sp>
        <p:nvSpPr>
          <p:cNvPr id="15" name="blob 1.0"/>
          <p:cNvSpPr/>
          <p:nvPr/>
        </p:nvSpPr>
        <p:spPr>
          <a:xfrm>
            <a:off x="6108192" y="960120"/>
            <a:ext cx="1405640" cy="1325880"/>
          </a:xfrm>
          <a:custGeom>
            <a:avLst/>
            <a:gdLst>
              <a:gd name="txL" fmla="*/ w 20773 100000"/>
              <a:gd name="txT" fmla="*/ h 20432 100000"/>
              <a:gd name="txR" fmla="*/ w 81227 100000"/>
              <a:gd name="txB" fmla="*/ h 79222 100000"/>
            </a:gdLst>
            <a:ahLst/>
            <a:cxnLst/>
            <a:rect l="txL" t="txT" r="txR" b="txB"/>
            <a:pathLst>
              <a:path w="1405640" h="1325880">
                <a:moveTo>
                  <a:pt x="1405430" y="674029"/>
                </a:moveTo>
                <a:cubicBezTo>
                  <a:pt x="1408034" y="763127"/>
                  <a:pt x="1386347" y="867511"/>
                  <a:pt x="1344365" y="944559"/>
                </a:cubicBezTo>
                <a:cubicBezTo>
                  <a:pt x="1302382" y="1021606"/>
                  <a:pt x="1223297" y="1087027"/>
                  <a:pt x="1153537" y="1136317"/>
                </a:cubicBezTo>
                <a:cubicBezTo>
                  <a:pt x="1083776" y="1185606"/>
                  <a:pt x="1002852" y="1211335"/>
                  <a:pt x="925804" y="1240294"/>
                </a:cubicBezTo>
                <a:cubicBezTo>
                  <a:pt x="848756" y="1269253"/>
                  <a:pt x="774601" y="1297598"/>
                  <a:pt x="691249" y="1310072"/>
                </a:cubicBezTo>
                <a:cubicBezTo>
                  <a:pt x="607898" y="1322545"/>
                  <a:pt x="511094" y="1335745"/>
                  <a:pt x="425694" y="1315138"/>
                </a:cubicBezTo>
                <a:cubicBezTo>
                  <a:pt x="340293" y="1294531"/>
                  <a:pt x="244566" y="1247728"/>
                  <a:pt x="178848" y="1186431"/>
                </a:cubicBezTo>
                <a:cubicBezTo>
                  <a:pt x="113129" y="1125134"/>
                  <a:pt x="60686" y="1032755"/>
                  <a:pt x="31383" y="947355"/>
                </a:cubicBezTo>
                <a:cubicBezTo>
                  <a:pt x="2080" y="861955"/>
                  <a:pt x="-4885" y="761860"/>
                  <a:pt x="3029" y="674029"/>
                </a:cubicBezTo>
                <a:cubicBezTo>
                  <a:pt x="10944" y="586199"/>
                  <a:pt x="40296" y="496504"/>
                  <a:pt x="78869" y="420373"/>
                </a:cubicBezTo>
                <a:cubicBezTo>
                  <a:pt x="117442" y="344243"/>
                  <a:pt x="173929" y="275220"/>
                  <a:pt x="234467" y="217247"/>
                </a:cubicBezTo>
                <a:cubicBezTo>
                  <a:pt x="295006" y="159274"/>
                  <a:pt x="365972" y="108573"/>
                  <a:pt x="442102" y="72535"/>
                </a:cubicBezTo>
                <a:cubicBezTo>
                  <a:pt x="518233" y="36496"/>
                  <a:pt x="606093" y="6104"/>
                  <a:pt x="691249" y="1016"/>
                </a:cubicBezTo>
                <a:cubicBezTo>
                  <a:pt x="776406" y="-4071"/>
                  <a:pt x="872885" y="9996"/>
                  <a:pt x="953041" y="42008"/>
                </a:cubicBezTo>
                <a:cubicBezTo>
                  <a:pt x="1033197" y="74021"/>
                  <a:pt x="1109569" y="131766"/>
                  <a:pt x="1172185" y="193093"/>
                </a:cubicBezTo>
                <a:cubicBezTo>
                  <a:pt x="1234801" y="254421"/>
                  <a:pt x="1289864" y="329817"/>
                  <a:pt x="1328738" y="409973"/>
                </a:cubicBezTo>
                <a:cubicBezTo>
                  <a:pt x="1367612" y="490129"/>
                  <a:pt x="1402825" y="584932"/>
                  <a:pt x="1405430" y="67402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186" y="1231030"/>
            <a:ext cx="849764" cy="77948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340864"/>
            <a:ext cx="1405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1.54 x 1.45 in
22 chars, 3 words at 14 pt</a:t>
            </a:r>
          </a:p>
        </p:txBody>
      </p:sp>
      <p:sp>
        <p:nvSpPr>
          <p:cNvPr id="18" name="blob 0.72"/>
          <p:cNvSpPr/>
          <p:nvPr/>
        </p:nvSpPr>
        <p:spPr>
          <a:xfrm>
            <a:off x="7742432" y="1331367"/>
            <a:ext cx="1012061" cy="954633"/>
          </a:xfrm>
          <a:custGeom>
            <a:avLst/>
            <a:gdLst>
              <a:gd name="txL" fmla="*/ w 20773 100000"/>
              <a:gd name="txT" fmla="*/ h 20432 100000"/>
              <a:gd name="txR" fmla="*/ w 81227 100000"/>
              <a:gd name="txB" fmla="*/ h 79222 100000"/>
            </a:gdLst>
            <a:ahLst/>
            <a:cxnLst/>
            <a:rect l="txL" t="txT" r="txR" b="txB"/>
            <a:pathLst>
              <a:path w="1012061" h="954633">
                <a:moveTo>
                  <a:pt x="1011910" y="485301"/>
                </a:moveTo>
                <a:cubicBezTo>
                  <a:pt x="1013785" y="549451"/>
                  <a:pt x="998170" y="624607"/>
                  <a:pt x="967943" y="680082"/>
                </a:cubicBezTo>
                <a:cubicBezTo>
                  <a:pt x="937715" y="735556"/>
                  <a:pt x="880774" y="782659"/>
                  <a:pt x="830547" y="818148"/>
                </a:cubicBezTo>
                <a:cubicBezTo>
                  <a:pt x="780319" y="853636"/>
                  <a:pt x="722053" y="872161"/>
                  <a:pt x="666579" y="893011"/>
                </a:cubicBezTo>
                <a:cubicBezTo>
                  <a:pt x="611104" y="913862"/>
                  <a:pt x="557713" y="934270"/>
                  <a:pt x="497700" y="943251"/>
                </a:cubicBezTo>
                <a:cubicBezTo>
                  <a:pt x="437686" y="952232"/>
                  <a:pt x="367988" y="961736"/>
                  <a:pt x="306499" y="946899"/>
                </a:cubicBezTo>
                <a:cubicBezTo>
                  <a:pt x="245011" y="932062"/>
                  <a:pt x="176088" y="898364"/>
                  <a:pt x="128770" y="854230"/>
                </a:cubicBezTo>
                <a:cubicBezTo>
                  <a:pt x="81453" y="810096"/>
                  <a:pt x="43694" y="743583"/>
                  <a:pt x="22596" y="682095"/>
                </a:cubicBezTo>
                <a:cubicBezTo>
                  <a:pt x="1497" y="620607"/>
                  <a:pt x="-3517" y="548539"/>
                  <a:pt x="2181" y="485301"/>
                </a:cubicBezTo>
                <a:cubicBezTo>
                  <a:pt x="7880" y="422063"/>
                  <a:pt x="29013" y="357482"/>
                  <a:pt x="56786" y="302669"/>
                </a:cubicBezTo>
                <a:cubicBezTo>
                  <a:pt x="84558" y="247855"/>
                  <a:pt x="125229" y="198158"/>
                  <a:pt x="168817" y="156418"/>
                </a:cubicBezTo>
                <a:cubicBezTo>
                  <a:pt x="212404" y="114677"/>
                  <a:pt x="263500" y="78173"/>
                  <a:pt x="318314" y="52225"/>
                </a:cubicBezTo>
                <a:cubicBezTo>
                  <a:pt x="373128" y="26277"/>
                  <a:pt x="436387" y="4395"/>
                  <a:pt x="497700" y="732"/>
                </a:cubicBezTo>
                <a:cubicBezTo>
                  <a:pt x="559012" y="-2931"/>
                  <a:pt x="628477" y="7197"/>
                  <a:pt x="686190" y="30246"/>
                </a:cubicBezTo>
                <a:cubicBezTo>
                  <a:pt x="743902" y="53295"/>
                  <a:pt x="798890" y="94871"/>
                  <a:pt x="843974" y="139027"/>
                </a:cubicBezTo>
                <a:cubicBezTo>
                  <a:pt x="889057" y="183183"/>
                  <a:pt x="928702" y="237468"/>
                  <a:pt x="956691" y="295180"/>
                </a:cubicBezTo>
                <a:cubicBezTo>
                  <a:pt x="984681" y="352893"/>
                  <a:pt x="1010035" y="421151"/>
                  <a:pt x="1011910" y="4853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2668" y="1526422"/>
            <a:ext cx="611830" cy="56122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2432" y="2340864"/>
            <a:ext cx="101206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1.11 x 1.04 in
20 chars, 3 words at 11 pt</a:t>
            </a:r>
          </a:p>
        </p:txBody>
      </p:sp>
      <p:sp>
        <p:nvSpPr>
          <p:cNvPr id="21" name="blob 0.5"/>
          <p:cNvSpPr/>
          <p:nvPr/>
        </p:nvSpPr>
        <p:spPr>
          <a:xfrm>
            <a:off x="8983093" y="1623060"/>
            <a:ext cx="702820" cy="662940"/>
          </a:xfrm>
          <a:custGeom>
            <a:avLst/>
            <a:gdLst>
              <a:gd name="txL" fmla="*/ w 20773 100000"/>
              <a:gd name="txT" fmla="*/ h 20432 100000"/>
              <a:gd name="txR" fmla="*/ w 81227 100000"/>
              <a:gd name="txB" fmla="*/ h 79222 100000"/>
            </a:gdLst>
            <a:ahLst/>
            <a:cxnLst/>
            <a:rect l="txL" t="txT" r="txR" b="txB"/>
            <a:pathLst>
              <a:path w="702820" h="662940">
                <a:moveTo>
                  <a:pt x="702715" y="337015"/>
                </a:moveTo>
                <a:cubicBezTo>
                  <a:pt x="704017" y="381563"/>
                  <a:pt x="693173" y="433755"/>
                  <a:pt x="672182" y="472279"/>
                </a:cubicBezTo>
                <a:cubicBezTo>
                  <a:pt x="651191" y="510803"/>
                  <a:pt x="611648" y="543514"/>
                  <a:pt x="576768" y="568158"/>
                </a:cubicBezTo>
                <a:cubicBezTo>
                  <a:pt x="541888" y="592803"/>
                  <a:pt x="501426" y="605667"/>
                  <a:pt x="462902" y="620147"/>
                </a:cubicBezTo>
                <a:cubicBezTo>
                  <a:pt x="424378" y="634627"/>
                  <a:pt x="387301" y="648799"/>
                  <a:pt x="345625" y="655036"/>
                </a:cubicBezTo>
                <a:cubicBezTo>
                  <a:pt x="303949" y="661273"/>
                  <a:pt x="255547" y="667872"/>
                  <a:pt x="212847" y="657569"/>
                </a:cubicBezTo>
                <a:cubicBezTo>
                  <a:pt x="170147" y="647266"/>
                  <a:pt x="122283" y="623864"/>
                  <a:pt x="89424" y="593216"/>
                </a:cubicBezTo>
                <a:cubicBezTo>
                  <a:pt x="56565" y="562567"/>
                  <a:pt x="30343" y="516378"/>
                  <a:pt x="15691" y="473678"/>
                </a:cubicBezTo>
                <a:cubicBezTo>
                  <a:pt x="1040" y="430977"/>
                  <a:pt x="-2443" y="380930"/>
                  <a:pt x="1515" y="337015"/>
                </a:cubicBezTo>
                <a:cubicBezTo>
                  <a:pt x="5472" y="293100"/>
                  <a:pt x="20148" y="248252"/>
                  <a:pt x="39435" y="210187"/>
                </a:cubicBezTo>
                <a:cubicBezTo>
                  <a:pt x="58721" y="172121"/>
                  <a:pt x="86964" y="137610"/>
                  <a:pt x="117234" y="108624"/>
                </a:cubicBezTo>
                <a:cubicBezTo>
                  <a:pt x="147503" y="79637"/>
                  <a:pt x="182986" y="54287"/>
                  <a:pt x="221051" y="36267"/>
                </a:cubicBezTo>
                <a:cubicBezTo>
                  <a:pt x="259116" y="18248"/>
                  <a:pt x="303046" y="3052"/>
                  <a:pt x="345625" y="508"/>
                </a:cubicBezTo>
                <a:cubicBezTo>
                  <a:pt x="388203" y="-2036"/>
                  <a:pt x="436442" y="4998"/>
                  <a:pt x="476520" y="21004"/>
                </a:cubicBezTo>
                <a:cubicBezTo>
                  <a:pt x="516598" y="37011"/>
                  <a:pt x="554785" y="65883"/>
                  <a:pt x="586093" y="96547"/>
                </a:cubicBezTo>
                <a:cubicBezTo>
                  <a:pt x="617401" y="127210"/>
                  <a:pt x="644932" y="164908"/>
                  <a:pt x="664369" y="204986"/>
                </a:cubicBezTo>
                <a:cubicBezTo>
                  <a:pt x="683806" y="245065"/>
                  <a:pt x="701413" y="292466"/>
                  <a:pt x="702715" y="3370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9090" y="1758515"/>
            <a:ext cx="424882" cy="389741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093" y="23408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0.77 x 0.72 in
11 chars, 2 words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blob, seed 4, wobble 0.14</a:t>
            </a:r>
          </a:p>
        </p:txBody>
      </p:sp>
      <p:sp>
        <p:nvSpPr>
          <p:cNvPr id="25" name="blob 1.0"/>
          <p:cNvSpPr/>
          <p:nvPr/>
        </p:nvSpPr>
        <p:spPr>
          <a:xfrm>
            <a:off x="301752" y="2990088"/>
            <a:ext cx="1789938" cy="1325880"/>
          </a:xfrm>
          <a:custGeom>
            <a:avLst/>
            <a:gdLst>
              <a:gd name="txL" fmla="*/ w 17463 100000"/>
              <a:gd name="txT" fmla="*/ h 16825 100000"/>
              <a:gd name="txR" fmla="*/ w 75537 100000"/>
              <a:gd name="txB" fmla="*/ h 77675 100000"/>
            </a:gdLst>
            <a:ahLst/>
            <a:cxnLst/>
            <a:rect l="txL" t="txT" r="txR" b="txB"/>
            <a:pathLst>
              <a:path w="1789938" h="1325880">
                <a:moveTo>
                  <a:pt x="1765130" y="640941"/>
                </a:moveTo>
                <a:cubicBezTo>
                  <a:pt x="1740463" y="728258"/>
                  <a:pt x="1676137" y="808016"/>
                  <a:pt x="1619761" y="879559"/>
                </a:cubicBezTo>
                <a:cubicBezTo>
                  <a:pt x="1563386" y="951101"/>
                  <a:pt x="1500299" y="1013096"/>
                  <a:pt x="1426876" y="1070196"/>
                </a:cubicBezTo>
                <a:cubicBezTo>
                  <a:pt x="1353454" y="1127297"/>
                  <a:pt x="1273215" y="1181633"/>
                  <a:pt x="1179225" y="1222163"/>
                </a:cubicBezTo>
                <a:cubicBezTo>
                  <a:pt x="1085235" y="1262694"/>
                  <a:pt x="976237" y="1298914"/>
                  <a:pt x="862936" y="1313379"/>
                </a:cubicBezTo>
                <a:cubicBezTo>
                  <a:pt x="749635" y="1327845"/>
                  <a:pt x="614132" y="1333710"/>
                  <a:pt x="499416" y="1308956"/>
                </a:cubicBezTo>
                <a:cubicBezTo>
                  <a:pt x="384700" y="1284201"/>
                  <a:pt x="255528" y="1231584"/>
                  <a:pt x="174638" y="1164853"/>
                </a:cubicBezTo>
                <a:cubicBezTo>
                  <a:pt x="93749" y="1098123"/>
                  <a:pt x="40400" y="995894"/>
                  <a:pt x="14079" y="908575"/>
                </a:cubicBezTo>
                <a:cubicBezTo>
                  <a:pt x="-12242" y="821257"/>
                  <a:pt x="4107" y="726178"/>
                  <a:pt x="16713" y="640941"/>
                </a:cubicBezTo>
                <a:cubicBezTo>
                  <a:pt x="29319" y="555705"/>
                  <a:pt x="50866" y="474937"/>
                  <a:pt x="89716" y="397155"/>
                </a:cubicBezTo>
                <a:cubicBezTo>
                  <a:pt x="128566" y="319373"/>
                  <a:pt x="175923" y="234650"/>
                  <a:pt x="249814" y="174251"/>
                </a:cubicBezTo>
                <a:cubicBezTo>
                  <a:pt x="323706" y="113853"/>
                  <a:pt x="430880" y="63677"/>
                  <a:pt x="533066" y="34764"/>
                </a:cubicBezTo>
                <a:cubicBezTo>
                  <a:pt x="635253" y="5850"/>
                  <a:pt x="751704" y="3115"/>
                  <a:pt x="862936" y="771"/>
                </a:cubicBezTo>
                <a:cubicBezTo>
                  <a:pt x="974168" y="-1574"/>
                  <a:pt x="1086874" y="462"/>
                  <a:pt x="1200459" y="20699"/>
                </a:cubicBezTo>
                <a:cubicBezTo>
                  <a:pt x="1314044" y="40937"/>
                  <a:pt x="1449893" y="66371"/>
                  <a:pt x="1544444" y="122198"/>
                </a:cubicBezTo>
                <a:cubicBezTo>
                  <a:pt x="1638995" y="178024"/>
                  <a:pt x="1730984" y="269203"/>
                  <a:pt x="1767765" y="355660"/>
                </a:cubicBezTo>
                <a:cubicBezTo>
                  <a:pt x="1804546" y="442118"/>
                  <a:pt x="1789797" y="553625"/>
                  <a:pt x="1765130" y="64094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329" y="3213168"/>
            <a:ext cx="1039489" cy="806797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4370832"/>
            <a:ext cx="178993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1.96 x 1.45 in
28 chars, 4 words at 14 pt</a:t>
            </a:r>
          </a:p>
        </p:txBody>
      </p:sp>
      <p:sp>
        <p:nvSpPr>
          <p:cNvPr id="28" name="blob 0.72"/>
          <p:cNvSpPr/>
          <p:nvPr/>
        </p:nvSpPr>
        <p:spPr>
          <a:xfrm>
            <a:off x="2320290" y="3361335"/>
            <a:ext cx="1288755" cy="954633"/>
          </a:xfrm>
          <a:custGeom>
            <a:avLst/>
            <a:gdLst>
              <a:gd name="txL" fmla="*/ w 17463 100000"/>
              <a:gd name="txT" fmla="*/ h 16825 100000"/>
              <a:gd name="txR" fmla="*/ w 75537 100000"/>
              <a:gd name="txB" fmla="*/ h 77675 100000"/>
            </a:gdLst>
            <a:ahLst/>
            <a:cxnLst/>
            <a:rect l="txL" t="txT" r="txR" b="txB"/>
            <a:pathLst>
              <a:path w="1288755" h="954633">
                <a:moveTo>
                  <a:pt x="1270893" y="461478"/>
                </a:moveTo>
                <a:cubicBezTo>
                  <a:pt x="1253133" y="524345"/>
                  <a:pt x="1206818" y="581771"/>
                  <a:pt x="1166228" y="633282"/>
                </a:cubicBezTo>
                <a:cubicBezTo>
                  <a:pt x="1125637" y="684793"/>
                  <a:pt x="1080215" y="729428"/>
                  <a:pt x="1027351" y="770541"/>
                </a:cubicBezTo>
                <a:cubicBezTo>
                  <a:pt x="974486" y="811653"/>
                  <a:pt x="916715" y="850775"/>
                  <a:pt x="849042" y="879957"/>
                </a:cubicBezTo>
                <a:cubicBezTo>
                  <a:pt x="781369" y="909139"/>
                  <a:pt x="702891" y="935218"/>
                  <a:pt x="621314" y="945633"/>
                </a:cubicBezTo>
                <a:cubicBezTo>
                  <a:pt x="539737" y="956048"/>
                  <a:pt x="442175" y="960271"/>
                  <a:pt x="359580" y="942448"/>
                </a:cubicBezTo>
                <a:cubicBezTo>
                  <a:pt x="276984" y="924624"/>
                  <a:pt x="183980" y="886740"/>
                  <a:pt x="125740" y="838694"/>
                </a:cubicBezTo>
                <a:cubicBezTo>
                  <a:pt x="67499" y="790648"/>
                  <a:pt x="29088" y="717043"/>
                  <a:pt x="10137" y="654174"/>
                </a:cubicBezTo>
                <a:cubicBezTo>
                  <a:pt x="-8814" y="591304"/>
                  <a:pt x="2957" y="522848"/>
                  <a:pt x="12033" y="461478"/>
                </a:cubicBezTo>
                <a:cubicBezTo>
                  <a:pt x="21110" y="400107"/>
                  <a:pt x="36623" y="341954"/>
                  <a:pt x="64595" y="285951"/>
                </a:cubicBezTo>
                <a:cubicBezTo>
                  <a:pt x="92568" y="229949"/>
                  <a:pt x="126664" y="168948"/>
                  <a:pt x="179866" y="125461"/>
                </a:cubicBezTo>
                <a:cubicBezTo>
                  <a:pt x="233068" y="81974"/>
                  <a:pt x="310233" y="45848"/>
                  <a:pt x="383808" y="25030"/>
                </a:cubicBezTo>
                <a:cubicBezTo>
                  <a:pt x="457382" y="4212"/>
                  <a:pt x="541227" y="2242"/>
                  <a:pt x="621314" y="555"/>
                </a:cubicBezTo>
                <a:cubicBezTo>
                  <a:pt x="701401" y="-1133"/>
                  <a:pt x="782549" y="332"/>
                  <a:pt x="864330" y="14904"/>
                </a:cubicBezTo>
                <a:cubicBezTo>
                  <a:pt x="946111" y="29475"/>
                  <a:pt x="1043923" y="47787"/>
                  <a:pt x="1111999" y="87982"/>
                </a:cubicBezTo>
                <a:cubicBezTo>
                  <a:pt x="1180076" y="128177"/>
                  <a:pt x="1246308" y="193826"/>
                  <a:pt x="1272791" y="256075"/>
                </a:cubicBezTo>
                <a:cubicBezTo>
                  <a:pt x="1299273" y="318324"/>
                  <a:pt x="1288654" y="398610"/>
                  <a:pt x="1270893" y="461478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45345" y="3521953"/>
            <a:ext cx="748432" cy="580893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0290" y="4370832"/>
            <a:ext cx="12887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1.41 x 1.04 in
25 chars, 3 words at 11 pt</a:t>
            </a:r>
          </a:p>
        </p:txBody>
      </p:sp>
      <p:sp>
        <p:nvSpPr>
          <p:cNvPr id="31" name="blob 0.5"/>
          <p:cNvSpPr/>
          <p:nvPr/>
        </p:nvSpPr>
        <p:spPr>
          <a:xfrm>
            <a:off x="3837645" y="3653028"/>
            <a:ext cx="894969" cy="662940"/>
          </a:xfrm>
          <a:custGeom>
            <a:avLst/>
            <a:gdLst>
              <a:gd name="txL" fmla="*/ w 17463 100000"/>
              <a:gd name="txT" fmla="*/ h 16825 100000"/>
              <a:gd name="txR" fmla="*/ w 75537 100000"/>
              <a:gd name="txB" fmla="*/ h 77675 100000"/>
            </a:gdLst>
            <a:ahLst/>
            <a:cxnLst/>
            <a:rect l="txL" t="txT" r="txR" b="txB"/>
            <a:pathLst>
              <a:path w="894969" h="662940">
                <a:moveTo>
                  <a:pt x="882565" y="320471"/>
                </a:moveTo>
                <a:cubicBezTo>
                  <a:pt x="870231" y="364129"/>
                  <a:pt x="838068" y="404008"/>
                  <a:pt x="809881" y="439779"/>
                </a:cubicBezTo>
                <a:cubicBezTo>
                  <a:pt x="781693" y="475551"/>
                  <a:pt x="750150" y="506548"/>
                  <a:pt x="713438" y="535098"/>
                </a:cubicBezTo>
                <a:cubicBezTo>
                  <a:pt x="676727" y="563649"/>
                  <a:pt x="636607" y="590816"/>
                  <a:pt x="589612" y="611082"/>
                </a:cubicBezTo>
                <a:cubicBezTo>
                  <a:pt x="542617" y="631347"/>
                  <a:pt x="488119" y="649457"/>
                  <a:pt x="431468" y="656690"/>
                </a:cubicBezTo>
                <a:cubicBezTo>
                  <a:pt x="374817" y="663922"/>
                  <a:pt x="307066" y="666855"/>
                  <a:pt x="249708" y="654478"/>
                </a:cubicBezTo>
                <a:cubicBezTo>
                  <a:pt x="192350" y="642101"/>
                  <a:pt x="127764" y="615792"/>
                  <a:pt x="87319" y="582427"/>
                </a:cubicBezTo>
                <a:cubicBezTo>
                  <a:pt x="46874" y="549062"/>
                  <a:pt x="20200" y="497947"/>
                  <a:pt x="7039" y="454288"/>
                </a:cubicBezTo>
                <a:cubicBezTo>
                  <a:pt x="-6121" y="410628"/>
                  <a:pt x="2053" y="363089"/>
                  <a:pt x="8356" y="320471"/>
                </a:cubicBezTo>
                <a:cubicBezTo>
                  <a:pt x="14660" y="277852"/>
                  <a:pt x="25433" y="237468"/>
                  <a:pt x="44858" y="198578"/>
                </a:cubicBezTo>
                <a:cubicBezTo>
                  <a:pt x="64283" y="159687"/>
                  <a:pt x="87961" y="117325"/>
                  <a:pt x="124907" y="87126"/>
                </a:cubicBezTo>
                <a:cubicBezTo>
                  <a:pt x="161853" y="56926"/>
                  <a:pt x="215440" y="31839"/>
                  <a:pt x="266533" y="17382"/>
                </a:cubicBezTo>
                <a:cubicBezTo>
                  <a:pt x="317627" y="2925"/>
                  <a:pt x="375852" y="1557"/>
                  <a:pt x="431468" y="385"/>
                </a:cubicBezTo>
                <a:cubicBezTo>
                  <a:pt x="487084" y="-787"/>
                  <a:pt x="543437" y="231"/>
                  <a:pt x="600230" y="10350"/>
                </a:cubicBezTo>
                <a:cubicBezTo>
                  <a:pt x="657022" y="20469"/>
                  <a:pt x="724946" y="33185"/>
                  <a:pt x="772222" y="61099"/>
                </a:cubicBezTo>
                <a:cubicBezTo>
                  <a:pt x="819497" y="89012"/>
                  <a:pt x="865492" y="134601"/>
                  <a:pt x="883883" y="177830"/>
                </a:cubicBezTo>
                <a:cubicBezTo>
                  <a:pt x="902273" y="221059"/>
                  <a:pt x="894899" y="276813"/>
                  <a:pt x="882565" y="3204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3934" y="3764568"/>
            <a:ext cx="519744" cy="40339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37645" y="4370832"/>
            <a:ext cx="89496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0.98 x 0.72 in
13 chars, 2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pebble, seed 2</a:t>
            </a:r>
          </a:p>
        </p:txBody>
      </p:sp>
      <p:sp>
        <p:nvSpPr>
          <p:cNvPr id="35" name="pebble 1.0"/>
          <p:cNvSpPr/>
          <p:nvPr/>
        </p:nvSpPr>
        <p:spPr>
          <a:xfrm>
            <a:off x="6108192" y="3127248"/>
            <a:ext cx="2377440" cy="1188720"/>
          </a:xfrm>
          <a:custGeom>
            <a:avLst/>
            <a:gdLst>
              <a:gd name="txL" fmla="*/ w 11000 100000"/>
              <a:gd name="txT" fmla="*/ h 18000 100000"/>
              <a:gd name="txR" fmla="*/ w 83000 100000"/>
              <a:gd name="txB" fmla="*/ h 87000 100000"/>
            </a:gdLst>
            <a:ahLst/>
            <a:cxnLst/>
            <a:rect l="txL" t="txT" r="txR" b="txB"/>
            <a:pathLst>
              <a:path w="2377440" h="1188720">
                <a:moveTo>
                  <a:pt x="2370397" y="729943"/>
                </a:moveTo>
                <a:cubicBezTo>
                  <a:pt x="2359833" y="796004"/>
                  <a:pt x="2333651" y="838974"/>
                  <a:pt x="2302515" y="883154"/>
                </a:cubicBezTo>
                <a:cubicBezTo>
                  <a:pt x="2271379" y="927334"/>
                  <a:pt x="2228778" y="962263"/>
                  <a:pt x="2183581" y="995023"/>
                </a:cubicBezTo>
                <a:cubicBezTo>
                  <a:pt x="2138385" y="1027782"/>
                  <a:pt x="2087300" y="1055250"/>
                  <a:pt x="2031335" y="1079710"/>
                </a:cubicBezTo>
                <a:cubicBezTo>
                  <a:pt x="1975370" y="1104170"/>
                  <a:pt x="1915445" y="1125373"/>
                  <a:pt x="1847791" y="1141784"/>
                </a:cubicBezTo>
                <a:cubicBezTo>
                  <a:pt x="1780137" y="1158195"/>
                  <a:pt x="1707965" y="1170622"/>
                  <a:pt x="1625408" y="1178176"/>
                </a:cubicBezTo>
                <a:cubicBezTo>
                  <a:pt x="1542852" y="1185731"/>
                  <a:pt x="1465180" y="1185506"/>
                  <a:pt x="1352454" y="1187110"/>
                </a:cubicBezTo>
                <a:cubicBezTo>
                  <a:pt x="1239727" y="1188714"/>
                  <a:pt x="1062851" y="1187950"/>
                  <a:pt x="949049" y="1187802"/>
                </a:cubicBezTo>
                <a:cubicBezTo>
                  <a:pt x="835246" y="1187654"/>
                  <a:pt x="756189" y="1190802"/>
                  <a:pt x="669638" y="1186222"/>
                </a:cubicBezTo>
                <a:cubicBezTo>
                  <a:pt x="583087" y="1181642"/>
                  <a:pt x="502059" y="1174979"/>
                  <a:pt x="429743" y="1160322"/>
                </a:cubicBezTo>
                <a:cubicBezTo>
                  <a:pt x="357426" y="1145664"/>
                  <a:pt x="290025" y="1124946"/>
                  <a:pt x="235740" y="1098279"/>
                </a:cubicBezTo>
                <a:cubicBezTo>
                  <a:pt x="181454" y="1071611"/>
                  <a:pt x="137769" y="1037527"/>
                  <a:pt x="104032" y="1000316"/>
                </a:cubicBezTo>
                <a:cubicBezTo>
                  <a:pt x="70295" y="963106"/>
                  <a:pt x="49844" y="921300"/>
                  <a:pt x="33317" y="875014"/>
                </a:cubicBezTo>
                <a:cubicBezTo>
                  <a:pt x="16789" y="828728"/>
                  <a:pt x="10020" y="786197"/>
                  <a:pt x="4866" y="722600"/>
                </a:cubicBezTo>
                <a:cubicBezTo>
                  <a:pt x="-287" y="659003"/>
                  <a:pt x="-1727" y="557138"/>
                  <a:pt x="2395" y="493434"/>
                </a:cubicBezTo>
                <a:cubicBezTo>
                  <a:pt x="6518" y="429731"/>
                  <a:pt x="12579" y="386594"/>
                  <a:pt x="29600" y="340379"/>
                </a:cubicBezTo>
                <a:cubicBezTo>
                  <a:pt x="46620" y="294165"/>
                  <a:pt x="69665" y="252943"/>
                  <a:pt x="104520" y="216147"/>
                </a:cubicBezTo>
                <a:cubicBezTo>
                  <a:pt x="139375" y="179351"/>
                  <a:pt x="185006" y="146669"/>
                  <a:pt x="238730" y="119604"/>
                </a:cubicBezTo>
                <a:cubicBezTo>
                  <a:pt x="292454" y="92538"/>
                  <a:pt x="357071" y="71112"/>
                  <a:pt x="426864" y="53755"/>
                </a:cubicBezTo>
                <a:cubicBezTo>
                  <a:pt x="496656" y="36397"/>
                  <a:pt x="572087" y="24366"/>
                  <a:pt x="657483" y="15458"/>
                </a:cubicBezTo>
                <a:cubicBezTo>
                  <a:pt x="742879" y="6550"/>
                  <a:pt x="822185" y="1547"/>
                  <a:pt x="939241" y="308"/>
                </a:cubicBezTo>
                <a:cubicBezTo>
                  <a:pt x="1056296" y="-930"/>
                  <a:pt x="1245604" y="1547"/>
                  <a:pt x="1359816" y="8026"/>
                </a:cubicBezTo>
                <a:cubicBezTo>
                  <a:pt x="1474028" y="14505"/>
                  <a:pt x="1546544" y="25530"/>
                  <a:pt x="1624510" y="39183"/>
                </a:cubicBezTo>
                <a:cubicBezTo>
                  <a:pt x="1702477" y="52837"/>
                  <a:pt x="1764998" y="70937"/>
                  <a:pt x="1827614" y="89947"/>
                </a:cubicBezTo>
                <a:cubicBezTo>
                  <a:pt x="1890231" y="108956"/>
                  <a:pt x="1945422" y="129655"/>
                  <a:pt x="2000210" y="153241"/>
                </a:cubicBezTo>
                <a:cubicBezTo>
                  <a:pt x="2054998" y="176827"/>
                  <a:pt x="2108528" y="200868"/>
                  <a:pt x="2156342" y="231463"/>
                </a:cubicBezTo>
                <a:cubicBezTo>
                  <a:pt x="2204155" y="262058"/>
                  <a:pt x="2252164" y="294256"/>
                  <a:pt x="2287090" y="336810"/>
                </a:cubicBezTo>
                <a:cubicBezTo>
                  <a:pt x="2322016" y="379364"/>
                  <a:pt x="2352014" y="421265"/>
                  <a:pt x="2365899" y="486787"/>
                </a:cubicBezTo>
                <a:cubicBezTo>
                  <a:pt x="2379783" y="552309"/>
                  <a:pt x="2380961" y="663882"/>
                  <a:pt x="2370397" y="7299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9711" y="3341218"/>
            <a:ext cx="1711756" cy="820216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3708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1.30 in
45 chars, 7 words at 14 pt</a:t>
            </a:r>
          </a:p>
        </p:txBody>
      </p:sp>
      <p:sp>
        <p:nvSpPr>
          <p:cNvPr id="38" name="pebble 0.72"/>
          <p:cNvSpPr/>
          <p:nvPr/>
        </p:nvSpPr>
        <p:spPr>
          <a:xfrm>
            <a:off x="8714232" y="3460090"/>
            <a:ext cx="1711756" cy="855878"/>
          </a:xfrm>
          <a:custGeom>
            <a:avLst/>
            <a:gdLst>
              <a:gd name="txL" fmla="*/ w 11000 100000"/>
              <a:gd name="txT" fmla="*/ h 18000 100000"/>
              <a:gd name="txR" fmla="*/ w 83000 100000"/>
              <a:gd name="txB" fmla="*/ h 87000 100000"/>
            </a:gdLst>
            <a:ahLst/>
            <a:cxnLst/>
            <a:rect l="txL" t="txT" r="txR" b="txB"/>
            <a:pathLst>
              <a:path w="1711756" h="855878">
                <a:moveTo>
                  <a:pt x="1706685" y="525559"/>
                </a:moveTo>
                <a:cubicBezTo>
                  <a:pt x="1699079" y="573123"/>
                  <a:pt x="1680228" y="604061"/>
                  <a:pt x="1657810" y="635871"/>
                </a:cubicBezTo>
                <a:cubicBezTo>
                  <a:pt x="1635392" y="667680"/>
                  <a:pt x="1604719" y="692829"/>
                  <a:pt x="1572178" y="716416"/>
                </a:cubicBezTo>
                <a:cubicBezTo>
                  <a:pt x="1539636" y="740003"/>
                  <a:pt x="1502855" y="759780"/>
                  <a:pt x="1462560" y="777391"/>
                </a:cubicBezTo>
                <a:cubicBezTo>
                  <a:pt x="1422266" y="795002"/>
                  <a:pt x="1379120" y="810268"/>
                  <a:pt x="1330409" y="822084"/>
                </a:cubicBezTo>
                <a:cubicBezTo>
                  <a:pt x="1281698" y="833900"/>
                  <a:pt x="1229734" y="842847"/>
                  <a:pt x="1170293" y="848287"/>
                </a:cubicBezTo>
                <a:cubicBezTo>
                  <a:pt x="1110853" y="853726"/>
                  <a:pt x="1054929" y="853564"/>
                  <a:pt x="973766" y="854719"/>
                </a:cubicBezTo>
                <a:cubicBezTo>
                  <a:pt x="892603" y="855874"/>
                  <a:pt x="765253" y="855324"/>
                  <a:pt x="683315" y="855217"/>
                </a:cubicBezTo>
                <a:cubicBezTo>
                  <a:pt x="601377" y="855111"/>
                  <a:pt x="544456" y="857377"/>
                  <a:pt x="482139" y="854079"/>
                </a:cubicBezTo>
                <a:cubicBezTo>
                  <a:pt x="419822" y="850781"/>
                  <a:pt x="361482" y="845984"/>
                  <a:pt x="309415" y="835431"/>
                </a:cubicBezTo>
                <a:cubicBezTo>
                  <a:pt x="257347" y="824878"/>
                  <a:pt x="208818" y="809961"/>
                  <a:pt x="169732" y="790760"/>
                </a:cubicBezTo>
                <a:cubicBezTo>
                  <a:pt x="130647" y="771560"/>
                  <a:pt x="99193" y="747019"/>
                  <a:pt x="74903" y="720227"/>
                </a:cubicBezTo>
                <a:cubicBezTo>
                  <a:pt x="50612" y="693436"/>
                  <a:pt x="35888" y="663336"/>
                  <a:pt x="23988" y="630010"/>
                </a:cubicBezTo>
                <a:cubicBezTo>
                  <a:pt x="12088" y="596684"/>
                  <a:pt x="7214" y="566061"/>
                  <a:pt x="3504" y="520272"/>
                </a:cubicBezTo>
                <a:cubicBezTo>
                  <a:pt x="-207" y="474482"/>
                  <a:pt x="-1243" y="401139"/>
                  <a:pt x="1725" y="355272"/>
                </a:cubicBezTo>
                <a:cubicBezTo>
                  <a:pt x="4693" y="309406"/>
                  <a:pt x="9057" y="278347"/>
                  <a:pt x="21312" y="245073"/>
                </a:cubicBezTo>
                <a:cubicBezTo>
                  <a:pt x="33567" y="211799"/>
                  <a:pt x="50158" y="182119"/>
                  <a:pt x="75254" y="155626"/>
                </a:cubicBezTo>
                <a:cubicBezTo>
                  <a:pt x="100350" y="129133"/>
                  <a:pt x="133204" y="105602"/>
                  <a:pt x="171885" y="86115"/>
                </a:cubicBezTo>
                <a:cubicBezTo>
                  <a:pt x="210567" y="66628"/>
                  <a:pt x="257091" y="51201"/>
                  <a:pt x="307342" y="38703"/>
                </a:cubicBezTo>
                <a:cubicBezTo>
                  <a:pt x="357592" y="26206"/>
                  <a:pt x="411902" y="17543"/>
                  <a:pt x="473387" y="11130"/>
                </a:cubicBezTo>
                <a:cubicBezTo>
                  <a:pt x="534873" y="4716"/>
                  <a:pt x="591973" y="1114"/>
                  <a:pt x="676253" y="222"/>
                </a:cubicBezTo>
                <a:cubicBezTo>
                  <a:pt x="760533" y="-670"/>
                  <a:pt x="896835" y="1114"/>
                  <a:pt x="979067" y="5779"/>
                </a:cubicBezTo>
                <a:cubicBezTo>
                  <a:pt x="1061299" y="10443"/>
                  <a:pt x="1113511" y="18381"/>
                  <a:pt x="1169647" y="28212"/>
                </a:cubicBezTo>
                <a:cubicBezTo>
                  <a:pt x="1225783" y="38042"/>
                  <a:pt x="1270798" y="51075"/>
                  <a:pt x="1315882" y="64762"/>
                </a:cubicBezTo>
                <a:cubicBezTo>
                  <a:pt x="1360966" y="78449"/>
                  <a:pt x="1400703" y="93352"/>
                  <a:pt x="1440151" y="110334"/>
                </a:cubicBezTo>
                <a:cubicBezTo>
                  <a:pt x="1479598" y="127316"/>
                  <a:pt x="1518140" y="144625"/>
                  <a:pt x="1552565" y="166653"/>
                </a:cubicBezTo>
                <a:cubicBezTo>
                  <a:pt x="1586991" y="188681"/>
                  <a:pt x="1621557" y="211864"/>
                  <a:pt x="1646704" y="242503"/>
                </a:cubicBezTo>
                <a:cubicBezTo>
                  <a:pt x="1671851" y="273142"/>
                  <a:pt x="1693450" y="303311"/>
                  <a:pt x="1703446" y="350487"/>
                </a:cubicBezTo>
                <a:cubicBezTo>
                  <a:pt x="1713443" y="397663"/>
                  <a:pt x="1714291" y="477995"/>
                  <a:pt x="1706685" y="52555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02526" y="3614149"/>
            <a:ext cx="1232463" cy="590554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14232" y="4370832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0.94 in
40 chars, 6 words at 11 pt</a:t>
            </a:r>
          </a:p>
        </p:txBody>
      </p:sp>
      <p:sp>
        <p:nvSpPr>
          <p:cNvPr id="41" name="pebble 0.5"/>
          <p:cNvSpPr/>
          <p:nvPr/>
        </p:nvSpPr>
        <p:spPr>
          <a:xfrm>
            <a:off x="10654588" y="3721608"/>
            <a:ext cx="1188720" cy="594360"/>
          </a:xfrm>
          <a:custGeom>
            <a:avLst/>
            <a:gdLst>
              <a:gd name="txL" fmla="*/ w 11000 100000"/>
              <a:gd name="txT" fmla="*/ h 18000 100000"/>
              <a:gd name="txR" fmla="*/ w 83000 100000"/>
              <a:gd name="txB" fmla="*/ h 87000 100000"/>
            </a:gdLst>
            <a:ahLst/>
            <a:cxnLst/>
            <a:rect l="txL" t="txT" r="txR" b="txB"/>
            <a:pathLst>
              <a:path w="1188720" h="594360">
                <a:moveTo>
                  <a:pt x="1185199" y="364971"/>
                </a:moveTo>
                <a:cubicBezTo>
                  <a:pt x="1179917" y="398002"/>
                  <a:pt x="1166826" y="419487"/>
                  <a:pt x="1151258" y="441577"/>
                </a:cubicBezTo>
                <a:cubicBezTo>
                  <a:pt x="1135690" y="463667"/>
                  <a:pt x="1114389" y="481132"/>
                  <a:pt x="1091791" y="497511"/>
                </a:cubicBezTo>
                <a:cubicBezTo>
                  <a:pt x="1069192" y="513891"/>
                  <a:pt x="1043650" y="527625"/>
                  <a:pt x="1015667" y="539855"/>
                </a:cubicBezTo>
                <a:cubicBezTo>
                  <a:pt x="987685" y="552085"/>
                  <a:pt x="957723" y="562686"/>
                  <a:pt x="923895" y="570892"/>
                </a:cubicBezTo>
                <a:cubicBezTo>
                  <a:pt x="890068" y="579097"/>
                  <a:pt x="853982" y="585311"/>
                  <a:pt x="812704" y="589088"/>
                </a:cubicBezTo>
                <a:cubicBezTo>
                  <a:pt x="771426" y="592865"/>
                  <a:pt x="732590" y="592753"/>
                  <a:pt x="676227" y="593555"/>
                </a:cubicBezTo>
                <a:cubicBezTo>
                  <a:pt x="619864" y="594357"/>
                  <a:pt x="531426" y="593975"/>
                  <a:pt x="474524" y="593901"/>
                </a:cubicBezTo>
                <a:cubicBezTo>
                  <a:pt x="417623" y="593827"/>
                  <a:pt x="378094" y="595401"/>
                  <a:pt x="334819" y="593111"/>
                </a:cubicBezTo>
                <a:cubicBezTo>
                  <a:pt x="291543" y="590821"/>
                  <a:pt x="251029" y="587489"/>
                  <a:pt x="214871" y="580161"/>
                </a:cubicBezTo>
                <a:cubicBezTo>
                  <a:pt x="178713" y="572832"/>
                  <a:pt x="145012" y="562473"/>
                  <a:pt x="117870" y="549139"/>
                </a:cubicBezTo>
                <a:cubicBezTo>
                  <a:pt x="90727" y="535805"/>
                  <a:pt x="68884" y="518764"/>
                  <a:pt x="52016" y="500158"/>
                </a:cubicBezTo>
                <a:cubicBezTo>
                  <a:pt x="35147" y="481553"/>
                  <a:pt x="24922" y="460650"/>
                  <a:pt x="16658" y="437507"/>
                </a:cubicBezTo>
                <a:cubicBezTo>
                  <a:pt x="8395" y="414364"/>
                  <a:pt x="5010" y="393098"/>
                  <a:pt x="2433" y="361300"/>
                </a:cubicBezTo>
                <a:cubicBezTo>
                  <a:pt x="-144" y="329502"/>
                  <a:pt x="-863" y="278569"/>
                  <a:pt x="1198" y="246717"/>
                </a:cubicBezTo>
                <a:cubicBezTo>
                  <a:pt x="3259" y="214865"/>
                  <a:pt x="6290" y="193297"/>
                  <a:pt x="14800" y="170190"/>
                </a:cubicBezTo>
                <a:cubicBezTo>
                  <a:pt x="23310" y="147082"/>
                  <a:pt x="34832" y="126472"/>
                  <a:pt x="52260" y="108074"/>
                </a:cubicBezTo>
                <a:cubicBezTo>
                  <a:pt x="69687" y="89676"/>
                  <a:pt x="92503" y="73335"/>
                  <a:pt x="119365" y="59802"/>
                </a:cubicBezTo>
                <a:cubicBezTo>
                  <a:pt x="146227" y="46269"/>
                  <a:pt x="178536" y="35556"/>
                  <a:pt x="213432" y="26877"/>
                </a:cubicBezTo>
                <a:cubicBezTo>
                  <a:pt x="248328" y="18199"/>
                  <a:pt x="286043" y="12183"/>
                  <a:pt x="328741" y="7729"/>
                </a:cubicBezTo>
                <a:cubicBezTo>
                  <a:pt x="371440" y="3275"/>
                  <a:pt x="411093" y="774"/>
                  <a:pt x="469620" y="154"/>
                </a:cubicBezTo>
                <a:cubicBezTo>
                  <a:pt x="528148" y="-465"/>
                  <a:pt x="622802" y="773"/>
                  <a:pt x="679908" y="4013"/>
                </a:cubicBezTo>
                <a:cubicBezTo>
                  <a:pt x="737014" y="7252"/>
                  <a:pt x="773272" y="12765"/>
                  <a:pt x="812255" y="19592"/>
                </a:cubicBezTo>
                <a:cubicBezTo>
                  <a:pt x="851238" y="26418"/>
                  <a:pt x="882499" y="35469"/>
                  <a:pt x="913807" y="44973"/>
                </a:cubicBezTo>
                <a:cubicBezTo>
                  <a:pt x="945115" y="54478"/>
                  <a:pt x="972711" y="64828"/>
                  <a:pt x="1000105" y="76621"/>
                </a:cubicBezTo>
                <a:cubicBezTo>
                  <a:pt x="1027499" y="88414"/>
                  <a:pt x="1054264" y="100434"/>
                  <a:pt x="1078171" y="115731"/>
                </a:cubicBezTo>
                <a:cubicBezTo>
                  <a:pt x="1102078" y="131029"/>
                  <a:pt x="1126082" y="147128"/>
                  <a:pt x="1143545" y="168405"/>
                </a:cubicBezTo>
                <a:cubicBezTo>
                  <a:pt x="1161008" y="189682"/>
                  <a:pt x="1176007" y="210633"/>
                  <a:pt x="1182949" y="243394"/>
                </a:cubicBezTo>
                <a:cubicBezTo>
                  <a:pt x="1189892" y="276155"/>
                  <a:pt x="1190481" y="331941"/>
                  <a:pt x="1185199" y="3649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785348" y="3828593"/>
            <a:ext cx="855877" cy="41010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54588" y="43708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0.65 in
23 chars, 4 words at 9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pebble, seed 5, 2.5:1</a:t>
            </a:r>
          </a:p>
        </p:txBody>
      </p:sp>
      <p:sp>
        <p:nvSpPr>
          <p:cNvPr id="45" name="pebble 1.0"/>
          <p:cNvSpPr/>
          <p:nvPr/>
        </p:nvSpPr>
        <p:spPr>
          <a:xfrm>
            <a:off x="301752" y="5149734"/>
            <a:ext cx="2377440" cy="950976"/>
          </a:xfrm>
          <a:custGeom>
            <a:avLst/>
            <a:gdLst>
              <a:gd name="txL" fmla="*/ w 13100 100000"/>
              <a:gd name="txT" fmla="*/ h 17750 100000"/>
              <a:gd name="txR" fmla="*/ w 84400 100000"/>
              <a:gd name="txB" fmla="*/ h 82250 100000"/>
            </a:gdLst>
            <a:ahLst/>
            <a:cxnLst/>
            <a:rect l="txL" t="txT" r="txR" b="txB"/>
            <a:pathLst>
              <a:path w="2377440" h="950976">
                <a:moveTo>
                  <a:pt x="2377284" y="565682"/>
                </a:moveTo>
                <a:cubicBezTo>
                  <a:pt x="2378547" y="612098"/>
                  <a:pt x="2372245" y="644773"/>
                  <a:pt x="2354381" y="678530"/>
                </a:cubicBezTo>
                <a:cubicBezTo>
                  <a:pt x="2336516" y="712288"/>
                  <a:pt x="2307350" y="741507"/>
                  <a:pt x="2270096" y="768226"/>
                </a:cubicBezTo>
                <a:cubicBezTo>
                  <a:pt x="2232843" y="794946"/>
                  <a:pt x="2184819" y="818070"/>
                  <a:pt x="2130859" y="838845"/>
                </a:cubicBezTo>
                <a:cubicBezTo>
                  <a:pt x="2076898" y="859621"/>
                  <a:pt x="2015574" y="877420"/>
                  <a:pt x="1946333" y="892878"/>
                </a:cubicBezTo>
                <a:cubicBezTo>
                  <a:pt x="1877093" y="908336"/>
                  <a:pt x="1803937" y="921942"/>
                  <a:pt x="1715417" y="931593"/>
                </a:cubicBezTo>
                <a:cubicBezTo>
                  <a:pt x="1626897" y="941244"/>
                  <a:pt x="1541706" y="949454"/>
                  <a:pt x="1415212" y="950784"/>
                </a:cubicBezTo>
                <a:cubicBezTo>
                  <a:pt x="1288718" y="952114"/>
                  <a:pt x="1079645" y="946341"/>
                  <a:pt x="956451" y="939573"/>
                </a:cubicBezTo>
                <a:cubicBezTo>
                  <a:pt x="833257" y="932805"/>
                  <a:pt x="759269" y="921308"/>
                  <a:pt x="676048" y="910173"/>
                </a:cubicBezTo>
                <a:cubicBezTo>
                  <a:pt x="592828" y="899038"/>
                  <a:pt x="524181" y="887067"/>
                  <a:pt x="457127" y="872764"/>
                </a:cubicBezTo>
                <a:cubicBezTo>
                  <a:pt x="390073" y="858460"/>
                  <a:pt x="328323" y="843248"/>
                  <a:pt x="273723" y="824354"/>
                </a:cubicBezTo>
                <a:cubicBezTo>
                  <a:pt x="219124" y="805459"/>
                  <a:pt x="168953" y="784412"/>
                  <a:pt x="129529" y="759396"/>
                </a:cubicBezTo>
                <a:cubicBezTo>
                  <a:pt x="90104" y="734380"/>
                  <a:pt x="58540" y="706689"/>
                  <a:pt x="37174" y="674257"/>
                </a:cubicBezTo>
                <a:cubicBezTo>
                  <a:pt x="15808" y="641825"/>
                  <a:pt x="5474" y="610589"/>
                  <a:pt x="1334" y="564803"/>
                </a:cubicBezTo>
                <a:cubicBezTo>
                  <a:pt x="-2805" y="519017"/>
                  <a:pt x="3194" y="444924"/>
                  <a:pt x="12337" y="399541"/>
                </a:cubicBezTo>
                <a:cubicBezTo>
                  <a:pt x="21479" y="354159"/>
                  <a:pt x="36618" y="325059"/>
                  <a:pt x="56189" y="292509"/>
                </a:cubicBezTo>
                <a:cubicBezTo>
                  <a:pt x="75760" y="259958"/>
                  <a:pt x="98532" y="231679"/>
                  <a:pt x="129761" y="204237"/>
                </a:cubicBezTo>
                <a:cubicBezTo>
                  <a:pt x="160990" y="176795"/>
                  <a:pt x="196621" y="150864"/>
                  <a:pt x="243562" y="127856"/>
                </a:cubicBezTo>
                <a:cubicBezTo>
                  <a:pt x="290504" y="104847"/>
                  <a:pt x="345222" y="83574"/>
                  <a:pt x="411410" y="66186"/>
                </a:cubicBezTo>
                <a:cubicBezTo>
                  <a:pt x="477598" y="48797"/>
                  <a:pt x="551733" y="34358"/>
                  <a:pt x="640691" y="23524"/>
                </a:cubicBezTo>
                <a:cubicBezTo>
                  <a:pt x="729648" y="12689"/>
                  <a:pt x="815561" y="3992"/>
                  <a:pt x="945155" y="1178"/>
                </a:cubicBezTo>
                <a:cubicBezTo>
                  <a:pt x="1074749" y="-1636"/>
                  <a:pt x="1290775" y="750"/>
                  <a:pt x="1418255" y="6641"/>
                </a:cubicBezTo>
                <a:cubicBezTo>
                  <a:pt x="1545735" y="12532"/>
                  <a:pt x="1625847" y="23790"/>
                  <a:pt x="1710037" y="36524"/>
                </a:cubicBezTo>
                <a:cubicBezTo>
                  <a:pt x="1794227" y="49259"/>
                  <a:pt x="1861816" y="65123"/>
                  <a:pt x="1923397" y="83047"/>
                </a:cubicBezTo>
                <a:cubicBezTo>
                  <a:pt x="1984977" y="100971"/>
                  <a:pt x="2034468" y="121996"/>
                  <a:pt x="2079519" y="144067"/>
                </a:cubicBezTo>
                <a:cubicBezTo>
                  <a:pt x="2124570" y="166139"/>
                  <a:pt x="2160041" y="189939"/>
                  <a:pt x="2193703" y="215475"/>
                </a:cubicBezTo>
                <a:cubicBezTo>
                  <a:pt x="2227364" y="241012"/>
                  <a:pt x="2255970" y="266526"/>
                  <a:pt x="2281487" y="297285"/>
                </a:cubicBezTo>
                <a:cubicBezTo>
                  <a:pt x="2307003" y="328045"/>
                  <a:pt x="2330837" y="355299"/>
                  <a:pt x="2346803" y="400031"/>
                </a:cubicBezTo>
                <a:cubicBezTo>
                  <a:pt x="2362769" y="444764"/>
                  <a:pt x="2376021" y="519265"/>
                  <a:pt x="2377284" y="56568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3197" y="5318533"/>
            <a:ext cx="1695114" cy="61337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615557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1.04 in
30 chars, 5 words at 14 pt</a:t>
            </a:r>
          </a:p>
        </p:txBody>
      </p:sp>
      <p:sp>
        <p:nvSpPr>
          <p:cNvPr id="48" name="pebble 0.72"/>
          <p:cNvSpPr/>
          <p:nvPr/>
        </p:nvSpPr>
        <p:spPr>
          <a:xfrm>
            <a:off x="2907792" y="5416008"/>
            <a:ext cx="1711756" cy="684702"/>
          </a:xfrm>
          <a:custGeom>
            <a:avLst/>
            <a:gdLst>
              <a:gd name="txL" fmla="*/ w 13100 100000"/>
              <a:gd name="txT" fmla="*/ h 17750 100000"/>
              <a:gd name="txR" fmla="*/ w 84400 100000"/>
              <a:gd name="txB" fmla="*/ h 82250 100000"/>
            </a:gdLst>
            <a:ahLst/>
            <a:cxnLst/>
            <a:rect l="txL" t="txT" r="txR" b="txB"/>
            <a:pathLst>
              <a:path w="1711756" h="684702">
                <a:moveTo>
                  <a:pt x="1711644" y="407290"/>
                </a:moveTo>
                <a:cubicBezTo>
                  <a:pt x="1712553" y="440710"/>
                  <a:pt x="1708016" y="464236"/>
                  <a:pt x="1695153" y="488541"/>
                </a:cubicBezTo>
                <a:cubicBezTo>
                  <a:pt x="1682291" y="512847"/>
                  <a:pt x="1661291" y="533885"/>
                  <a:pt x="1634468" y="553122"/>
                </a:cubicBezTo>
                <a:cubicBezTo>
                  <a:pt x="1607646" y="572360"/>
                  <a:pt x="1573069" y="589010"/>
                  <a:pt x="1534218" y="603968"/>
                </a:cubicBezTo>
                <a:cubicBezTo>
                  <a:pt x="1495366" y="618926"/>
                  <a:pt x="1451212" y="631742"/>
                  <a:pt x="1401359" y="642871"/>
                </a:cubicBezTo>
                <a:cubicBezTo>
                  <a:pt x="1351506" y="654001"/>
                  <a:pt x="1298834" y="663798"/>
                  <a:pt x="1235100" y="670747"/>
                </a:cubicBezTo>
                <a:cubicBezTo>
                  <a:pt x="1171365" y="677695"/>
                  <a:pt x="1110028" y="683606"/>
                  <a:pt x="1018952" y="684564"/>
                </a:cubicBezTo>
                <a:cubicBezTo>
                  <a:pt x="927876" y="685521"/>
                  <a:pt x="777344" y="681365"/>
                  <a:pt x="688645" y="676492"/>
                </a:cubicBezTo>
                <a:cubicBezTo>
                  <a:pt x="599945" y="671619"/>
                  <a:pt x="546673" y="663341"/>
                  <a:pt x="486755" y="655324"/>
                </a:cubicBezTo>
                <a:cubicBezTo>
                  <a:pt x="426836" y="647307"/>
                  <a:pt x="377410" y="638688"/>
                  <a:pt x="329131" y="628389"/>
                </a:cubicBezTo>
                <a:cubicBezTo>
                  <a:pt x="280852" y="618091"/>
                  <a:pt x="236392" y="607138"/>
                  <a:pt x="197081" y="593534"/>
                </a:cubicBezTo>
                <a:cubicBezTo>
                  <a:pt x="157769" y="579930"/>
                  <a:pt x="121646" y="564776"/>
                  <a:pt x="93261" y="546765"/>
                </a:cubicBezTo>
                <a:cubicBezTo>
                  <a:pt x="64875" y="528753"/>
                  <a:pt x="42149" y="508816"/>
                  <a:pt x="26765" y="485465"/>
                </a:cubicBezTo>
                <a:cubicBezTo>
                  <a:pt x="11382" y="462113"/>
                  <a:pt x="3941" y="439624"/>
                  <a:pt x="961" y="406658"/>
                </a:cubicBezTo>
                <a:cubicBezTo>
                  <a:pt x="-2020" y="373692"/>
                  <a:pt x="2300" y="320345"/>
                  <a:pt x="8883" y="287669"/>
                </a:cubicBezTo>
                <a:cubicBezTo>
                  <a:pt x="15465" y="254994"/>
                  <a:pt x="26365" y="234042"/>
                  <a:pt x="40456" y="210606"/>
                </a:cubicBezTo>
                <a:cubicBezTo>
                  <a:pt x="54547" y="187169"/>
                  <a:pt x="70943" y="166809"/>
                  <a:pt x="93428" y="147050"/>
                </a:cubicBezTo>
                <a:cubicBezTo>
                  <a:pt x="115912" y="127292"/>
                  <a:pt x="141567" y="108622"/>
                  <a:pt x="175365" y="92056"/>
                </a:cubicBezTo>
                <a:cubicBezTo>
                  <a:pt x="209163" y="75490"/>
                  <a:pt x="248560" y="60173"/>
                  <a:pt x="296215" y="47654"/>
                </a:cubicBezTo>
                <a:cubicBezTo>
                  <a:pt x="343871" y="35134"/>
                  <a:pt x="397248" y="24738"/>
                  <a:pt x="461297" y="16937"/>
                </a:cubicBezTo>
                <a:cubicBezTo>
                  <a:pt x="525346" y="9136"/>
                  <a:pt x="587204" y="2874"/>
                  <a:pt x="680511" y="848"/>
                </a:cubicBezTo>
                <a:cubicBezTo>
                  <a:pt x="773819" y="-1178"/>
                  <a:pt x="929357" y="540"/>
                  <a:pt x="1021143" y="4781"/>
                </a:cubicBezTo>
                <a:cubicBezTo>
                  <a:pt x="1112929" y="9023"/>
                  <a:pt x="1170609" y="17129"/>
                  <a:pt x="1231226" y="26297"/>
                </a:cubicBezTo>
                <a:cubicBezTo>
                  <a:pt x="1291843" y="35466"/>
                  <a:pt x="1340507" y="46889"/>
                  <a:pt x="1384845" y="59794"/>
                </a:cubicBezTo>
                <a:cubicBezTo>
                  <a:pt x="1429183" y="72699"/>
                  <a:pt x="1464816" y="87837"/>
                  <a:pt x="1497253" y="103728"/>
                </a:cubicBezTo>
                <a:cubicBezTo>
                  <a:pt x="1529689" y="119620"/>
                  <a:pt x="1555229" y="136756"/>
                  <a:pt x="1579465" y="155142"/>
                </a:cubicBezTo>
                <a:cubicBezTo>
                  <a:pt x="1603701" y="173528"/>
                  <a:pt x="1624297" y="191899"/>
                  <a:pt x="1642670" y="214045"/>
                </a:cubicBezTo>
                <a:cubicBezTo>
                  <a:pt x="1661042" y="236192"/>
                  <a:pt x="1678202" y="255815"/>
                  <a:pt x="1689697" y="288022"/>
                </a:cubicBezTo>
                <a:cubicBezTo>
                  <a:pt x="1701193" y="320230"/>
                  <a:pt x="1710734" y="373871"/>
                  <a:pt x="1711644" y="4072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32033" y="5537543"/>
            <a:ext cx="1220481" cy="441632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07792" y="6155574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0.75 in
27 chars, 4 words at 11 pt</a:t>
            </a:r>
          </a:p>
        </p:txBody>
      </p:sp>
      <p:sp>
        <p:nvSpPr>
          <p:cNvPr id="51" name="pebble 0.5"/>
          <p:cNvSpPr/>
          <p:nvPr/>
        </p:nvSpPr>
        <p:spPr>
          <a:xfrm>
            <a:off x="4848148" y="5625222"/>
            <a:ext cx="1188720" cy="475488"/>
          </a:xfrm>
          <a:custGeom>
            <a:avLst/>
            <a:gdLst>
              <a:gd name="txL" fmla="*/ w 13100 100000"/>
              <a:gd name="txT" fmla="*/ h 17750 100000"/>
              <a:gd name="txR" fmla="*/ w 84400 100000"/>
              <a:gd name="txB" fmla="*/ h 82250 100000"/>
            </a:gdLst>
            <a:ahLst/>
            <a:cxnLst/>
            <a:rect l="txL" t="txT" r="txR" b="txB"/>
            <a:pathLst>
              <a:path w="1188720" h="475488">
                <a:moveTo>
                  <a:pt x="1188642" y="282841"/>
                </a:moveTo>
                <a:cubicBezTo>
                  <a:pt x="1189274" y="306049"/>
                  <a:pt x="1186123" y="322386"/>
                  <a:pt x="1177190" y="339265"/>
                </a:cubicBezTo>
                <a:cubicBezTo>
                  <a:pt x="1168258" y="356144"/>
                  <a:pt x="1153675" y="370754"/>
                  <a:pt x="1135048" y="384113"/>
                </a:cubicBezTo>
                <a:cubicBezTo>
                  <a:pt x="1116421" y="397473"/>
                  <a:pt x="1092410" y="409035"/>
                  <a:pt x="1065429" y="419423"/>
                </a:cubicBezTo>
                <a:cubicBezTo>
                  <a:pt x="1038449" y="429810"/>
                  <a:pt x="1007787" y="438710"/>
                  <a:pt x="973167" y="446439"/>
                </a:cubicBezTo>
                <a:cubicBezTo>
                  <a:pt x="938547" y="454168"/>
                  <a:pt x="901969" y="460971"/>
                  <a:pt x="857709" y="465797"/>
                </a:cubicBezTo>
                <a:cubicBezTo>
                  <a:pt x="813449" y="470622"/>
                  <a:pt x="770853" y="474727"/>
                  <a:pt x="707606" y="475392"/>
                </a:cubicBezTo>
                <a:cubicBezTo>
                  <a:pt x="644359" y="476057"/>
                  <a:pt x="539823" y="473171"/>
                  <a:pt x="478226" y="469786"/>
                </a:cubicBezTo>
                <a:cubicBezTo>
                  <a:pt x="416629" y="466402"/>
                  <a:pt x="379635" y="460654"/>
                  <a:pt x="338024" y="455087"/>
                </a:cubicBezTo>
                <a:cubicBezTo>
                  <a:pt x="296414" y="449519"/>
                  <a:pt x="262091" y="443533"/>
                  <a:pt x="228563" y="436382"/>
                </a:cubicBezTo>
                <a:cubicBezTo>
                  <a:pt x="195036" y="429230"/>
                  <a:pt x="164161" y="421624"/>
                  <a:pt x="136862" y="412177"/>
                </a:cubicBezTo>
                <a:cubicBezTo>
                  <a:pt x="109562" y="402730"/>
                  <a:pt x="84477" y="392206"/>
                  <a:pt x="64764" y="379698"/>
                </a:cubicBezTo>
                <a:cubicBezTo>
                  <a:pt x="45052" y="367190"/>
                  <a:pt x="29270" y="353345"/>
                  <a:pt x="18587" y="337128"/>
                </a:cubicBezTo>
                <a:cubicBezTo>
                  <a:pt x="7904" y="320912"/>
                  <a:pt x="2737" y="305295"/>
                  <a:pt x="667" y="282402"/>
                </a:cubicBezTo>
                <a:cubicBezTo>
                  <a:pt x="-1403" y="259509"/>
                  <a:pt x="1597" y="222462"/>
                  <a:pt x="6168" y="199771"/>
                </a:cubicBezTo>
                <a:cubicBezTo>
                  <a:pt x="10740" y="177079"/>
                  <a:pt x="18309" y="162530"/>
                  <a:pt x="28095" y="146254"/>
                </a:cubicBezTo>
                <a:cubicBezTo>
                  <a:pt x="37880" y="129979"/>
                  <a:pt x="49266" y="115839"/>
                  <a:pt x="64880" y="102118"/>
                </a:cubicBezTo>
                <a:cubicBezTo>
                  <a:pt x="80495" y="88397"/>
                  <a:pt x="98310" y="75432"/>
                  <a:pt x="121781" y="63928"/>
                </a:cubicBezTo>
                <a:cubicBezTo>
                  <a:pt x="145252" y="52424"/>
                  <a:pt x="172611" y="41787"/>
                  <a:pt x="205705" y="33093"/>
                </a:cubicBezTo>
                <a:cubicBezTo>
                  <a:pt x="238799" y="24398"/>
                  <a:pt x="275867" y="17179"/>
                  <a:pt x="320345" y="11762"/>
                </a:cubicBezTo>
                <a:cubicBezTo>
                  <a:pt x="364824" y="6345"/>
                  <a:pt x="407781" y="1996"/>
                  <a:pt x="472578" y="589"/>
                </a:cubicBezTo>
                <a:cubicBezTo>
                  <a:pt x="537375" y="-818"/>
                  <a:pt x="645387" y="375"/>
                  <a:pt x="709128" y="3320"/>
                </a:cubicBezTo>
                <a:cubicBezTo>
                  <a:pt x="772868" y="6266"/>
                  <a:pt x="812923" y="11895"/>
                  <a:pt x="855018" y="18262"/>
                </a:cubicBezTo>
                <a:cubicBezTo>
                  <a:pt x="897114" y="24629"/>
                  <a:pt x="930908" y="32562"/>
                  <a:pt x="961698" y="41524"/>
                </a:cubicBezTo>
                <a:cubicBezTo>
                  <a:pt x="992488" y="50486"/>
                  <a:pt x="1017234" y="60998"/>
                  <a:pt x="1039759" y="72034"/>
                </a:cubicBezTo>
                <a:cubicBezTo>
                  <a:pt x="1062285" y="83069"/>
                  <a:pt x="1080021" y="94970"/>
                  <a:pt x="1096851" y="107738"/>
                </a:cubicBezTo>
                <a:cubicBezTo>
                  <a:pt x="1113682" y="120506"/>
                  <a:pt x="1127985" y="133263"/>
                  <a:pt x="1140743" y="148643"/>
                </a:cubicBezTo>
                <a:cubicBezTo>
                  <a:pt x="1153502" y="164022"/>
                  <a:pt x="1165418" y="177649"/>
                  <a:pt x="1173401" y="200016"/>
                </a:cubicBezTo>
                <a:cubicBezTo>
                  <a:pt x="1181385" y="222382"/>
                  <a:pt x="1188011" y="259633"/>
                  <a:pt x="1188642" y="28284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03871" y="5709622"/>
            <a:ext cx="847556" cy="30668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8148" y="615557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0.52 in
23 chars, 4 words at 9 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819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ticket</a:t>
            </a:r>
          </a:p>
        </p:txBody>
      </p:sp>
      <p:sp>
        <p:nvSpPr>
          <p:cNvPr id="55" name="ticket 1.0"/>
          <p:cNvSpPr/>
          <p:nvPr/>
        </p:nvSpPr>
        <p:spPr>
          <a:xfrm>
            <a:off x="6108192" y="5020056"/>
            <a:ext cx="2377440" cy="1080654"/>
          </a:xfrm>
          <a:custGeom>
            <a:avLst/>
            <a:gdLst>
              <a:gd name="txL" fmla="*/ w 9818 100000"/>
              <a:gd name="txT" fmla="*/ h 4000 100000"/>
              <a:gd name="txR" fmla="*/ w 90182 100000"/>
              <a:gd name="txB" fmla="*/ h 96100 100000"/>
            </a:gdLst>
            <a:ahLst/>
            <a:cxnLst/>
            <a:rect l="txL" t="txT" r="txR" b="txB"/>
            <a:pathLst>
              <a:path w="2377440" h="1080654">
                <a:moveTo>
                  <a:pt x="75646" y="0"/>
                </a:moveTo>
                <a:lnTo>
                  <a:pt x="2301794" y="0"/>
                </a:lnTo>
                <a:cubicBezTo>
                  <a:pt x="2343572" y="0"/>
                  <a:pt x="2377440" y="33868"/>
                  <a:pt x="2377440" y="75646"/>
                </a:cubicBezTo>
                <a:lnTo>
                  <a:pt x="2377440" y="356616"/>
                </a:lnTo>
                <a:cubicBezTo>
                  <a:pt x="2275979" y="356616"/>
                  <a:pt x="2193729" y="438866"/>
                  <a:pt x="2193729" y="540327"/>
                </a:cubicBezTo>
                <a:cubicBezTo>
                  <a:pt x="2193729" y="641788"/>
                  <a:pt x="2275979" y="724038"/>
                  <a:pt x="2377440" y="724038"/>
                </a:cubicBezTo>
                <a:lnTo>
                  <a:pt x="2377440" y="1005008"/>
                </a:lnTo>
                <a:cubicBezTo>
                  <a:pt x="2377440" y="1046786"/>
                  <a:pt x="2343572" y="1080654"/>
                  <a:pt x="2301794" y="1080654"/>
                </a:cubicBezTo>
                <a:lnTo>
                  <a:pt x="75646" y="1080654"/>
                </a:lnTo>
                <a:cubicBezTo>
                  <a:pt x="33868" y="1080654"/>
                  <a:pt x="0" y="1046786"/>
                  <a:pt x="0" y="1005008"/>
                </a:cubicBezTo>
                <a:lnTo>
                  <a:pt x="0" y="724038"/>
                </a:lnTo>
                <a:cubicBezTo>
                  <a:pt x="101461" y="724038"/>
                  <a:pt x="183711" y="641788"/>
                  <a:pt x="183711" y="540327"/>
                </a:cubicBezTo>
                <a:cubicBezTo>
                  <a:pt x="183711" y="438866"/>
                  <a:pt x="101461" y="356616"/>
                  <a:pt x="0" y="356616"/>
                </a:cubicBezTo>
                <a:lnTo>
                  <a:pt x="0" y="75646"/>
                </a:lnTo>
                <a:cubicBezTo>
                  <a:pt x="0" y="33868"/>
                  <a:pt x="33868" y="0"/>
                  <a:pt x="7564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41614" y="5063283"/>
            <a:ext cx="1910596" cy="99528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08192" y="615557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1.18 in
68 chars, 11 words at 14 pt</a:t>
            </a:r>
          </a:p>
        </p:txBody>
      </p:sp>
      <p:sp>
        <p:nvSpPr>
          <p:cNvPr id="58" name="ticket 0.72"/>
          <p:cNvSpPr/>
          <p:nvPr/>
        </p:nvSpPr>
        <p:spPr>
          <a:xfrm>
            <a:off x="8714232" y="5322639"/>
            <a:ext cx="1711756" cy="778071"/>
          </a:xfrm>
          <a:custGeom>
            <a:avLst/>
            <a:gdLst>
              <a:gd name="txL" fmla="*/ w 9818 100000"/>
              <a:gd name="txT" fmla="*/ h 4000 100000"/>
              <a:gd name="txR" fmla="*/ w 90182 100000"/>
              <a:gd name="txB" fmla="*/ h 96100 100000"/>
            </a:gdLst>
            <a:ahLst/>
            <a:cxnLst/>
            <a:rect l="txL" t="txT" r="txR" b="txB"/>
            <a:pathLst>
              <a:path w="1711756" h="778071">
                <a:moveTo>
                  <a:pt x="54465" y="0"/>
                </a:moveTo>
                <a:lnTo>
                  <a:pt x="1657291" y="0"/>
                </a:lnTo>
                <a:cubicBezTo>
                  <a:pt x="1687371" y="0"/>
                  <a:pt x="1711756" y="24385"/>
                  <a:pt x="1711756" y="54465"/>
                </a:cubicBezTo>
                <a:lnTo>
                  <a:pt x="1711756" y="256763"/>
                </a:lnTo>
                <a:cubicBezTo>
                  <a:pt x="1638704" y="256763"/>
                  <a:pt x="1579484" y="315984"/>
                  <a:pt x="1579484" y="389036"/>
                </a:cubicBezTo>
                <a:cubicBezTo>
                  <a:pt x="1579484" y="462087"/>
                  <a:pt x="1638704" y="521308"/>
                  <a:pt x="1711756" y="521308"/>
                </a:cubicBezTo>
                <a:lnTo>
                  <a:pt x="1711756" y="723606"/>
                </a:lnTo>
                <a:cubicBezTo>
                  <a:pt x="1711756" y="753686"/>
                  <a:pt x="1687371" y="778071"/>
                  <a:pt x="1657291" y="778071"/>
                </a:cubicBezTo>
                <a:lnTo>
                  <a:pt x="54465" y="778071"/>
                </a:lnTo>
                <a:cubicBezTo>
                  <a:pt x="24385" y="778071"/>
                  <a:pt x="0" y="753686"/>
                  <a:pt x="0" y="723606"/>
                </a:cubicBezTo>
                <a:lnTo>
                  <a:pt x="0" y="521308"/>
                </a:lnTo>
                <a:cubicBezTo>
                  <a:pt x="73052" y="521308"/>
                  <a:pt x="132272" y="462087"/>
                  <a:pt x="132272" y="389036"/>
                </a:cubicBezTo>
                <a:cubicBezTo>
                  <a:pt x="132272" y="315984"/>
                  <a:pt x="73052" y="256763"/>
                  <a:pt x="0" y="256763"/>
                </a:cubicBezTo>
                <a:lnTo>
                  <a:pt x="0" y="54465"/>
                </a:lnTo>
                <a:cubicBezTo>
                  <a:pt x="0" y="24385"/>
                  <a:pt x="24385" y="0"/>
                  <a:pt x="5446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882296" y="5353762"/>
            <a:ext cx="1375628" cy="716603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 every lost…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14232" y="6155574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0.85 in
61 chars, 10 words at 11 pt</a:t>
            </a:r>
          </a:p>
        </p:txBody>
      </p:sp>
      <p:sp>
        <p:nvSpPr>
          <p:cNvPr id="61" name="ticket 0.5"/>
          <p:cNvSpPr/>
          <p:nvPr/>
        </p:nvSpPr>
        <p:spPr>
          <a:xfrm>
            <a:off x="10654588" y="5560383"/>
            <a:ext cx="1188720" cy="540327"/>
          </a:xfrm>
          <a:custGeom>
            <a:avLst/>
            <a:gdLst>
              <a:gd name="txL" fmla="*/ w 9818 100000"/>
              <a:gd name="txT" fmla="*/ h 4000 100000"/>
              <a:gd name="txR" fmla="*/ w 90182 100000"/>
              <a:gd name="txB" fmla="*/ h 96100 100000"/>
            </a:gdLst>
            <a:ahLst/>
            <a:cxnLst/>
            <a:rect l="txL" t="txT" r="txR" b="txB"/>
            <a:pathLst>
              <a:path w="1188720" h="540327">
                <a:moveTo>
                  <a:pt x="37823" y="0"/>
                </a:moveTo>
                <a:lnTo>
                  <a:pt x="1150897" y="0"/>
                </a:lnTo>
                <a:cubicBezTo>
                  <a:pt x="1171786" y="0"/>
                  <a:pt x="1188720" y="16934"/>
                  <a:pt x="1188720" y="37823"/>
                </a:cubicBezTo>
                <a:lnTo>
                  <a:pt x="1188720" y="178308"/>
                </a:lnTo>
                <a:cubicBezTo>
                  <a:pt x="1137990" y="178308"/>
                  <a:pt x="1096864" y="219433"/>
                  <a:pt x="1096864" y="270164"/>
                </a:cubicBezTo>
                <a:cubicBezTo>
                  <a:pt x="1096864" y="320894"/>
                  <a:pt x="1137990" y="362019"/>
                  <a:pt x="1188720" y="362019"/>
                </a:cubicBezTo>
                <a:lnTo>
                  <a:pt x="1188720" y="502504"/>
                </a:lnTo>
                <a:cubicBezTo>
                  <a:pt x="1188720" y="523393"/>
                  <a:pt x="1171786" y="540327"/>
                  <a:pt x="1150897" y="540327"/>
                </a:cubicBezTo>
                <a:lnTo>
                  <a:pt x="37823" y="540327"/>
                </a:lnTo>
                <a:cubicBezTo>
                  <a:pt x="16934" y="540327"/>
                  <a:pt x="0" y="523393"/>
                  <a:pt x="0" y="502504"/>
                </a:cubicBezTo>
                <a:lnTo>
                  <a:pt x="0" y="362019"/>
                </a:lnTo>
                <a:cubicBezTo>
                  <a:pt x="50730" y="362019"/>
                  <a:pt x="91856" y="320894"/>
                  <a:pt x="91856" y="270164"/>
                </a:cubicBezTo>
                <a:cubicBezTo>
                  <a:pt x="91856" y="219433"/>
                  <a:pt x="50730" y="178308"/>
                  <a:pt x="0" y="178308"/>
                </a:cubicBezTo>
                <a:lnTo>
                  <a:pt x="0" y="37823"/>
                </a:lnTo>
                <a:cubicBezTo>
                  <a:pt x="0" y="16934"/>
                  <a:pt x="16934" y="0"/>
                  <a:pt x="3782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771299" y="5581997"/>
            <a:ext cx="955298" cy="49764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54588" y="615557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0.59 in
40 chars, 6 words at 9 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4/6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ticket, corner notches</a:t>
            </a:r>
          </a:p>
        </p:txBody>
      </p:sp>
      <p:sp>
        <p:nvSpPr>
          <p:cNvPr id="5" name="ticket 1.0"/>
          <p:cNvSpPr/>
          <p:nvPr/>
        </p:nvSpPr>
        <p:spPr>
          <a:xfrm>
            <a:off x="301752" y="1034716"/>
            <a:ext cx="2377440" cy="1251284"/>
          </a:xfrm>
          <a:custGeom>
            <a:avLst/>
            <a:gdLst>
              <a:gd name="txL" fmla="*/ w 13105 100000"/>
              <a:gd name="txT" fmla="*/ h 4000 100000"/>
              <a:gd name="txR" fmla="*/ w 86895 100000"/>
              <a:gd name="txB" fmla="*/ h 96700 100000"/>
            </a:gdLst>
            <a:ahLst/>
            <a:cxnLst/>
            <a:rect l="txL" t="txT" r="txR" b="txB"/>
            <a:pathLst>
              <a:path w="2377440" h="1251284">
                <a:moveTo>
                  <a:pt x="255262" y="0"/>
                </a:moveTo>
                <a:lnTo>
                  <a:pt x="2122178" y="0"/>
                </a:lnTo>
                <a:cubicBezTo>
                  <a:pt x="2122178" y="140977"/>
                  <a:pt x="2236463" y="255262"/>
                  <a:pt x="2377440" y="255262"/>
                </a:cubicBezTo>
                <a:lnTo>
                  <a:pt x="2377440" y="996022"/>
                </a:lnTo>
                <a:cubicBezTo>
                  <a:pt x="2236463" y="996022"/>
                  <a:pt x="2122178" y="1110307"/>
                  <a:pt x="2122178" y="1251284"/>
                </a:cubicBezTo>
                <a:lnTo>
                  <a:pt x="255262" y="1251284"/>
                </a:lnTo>
                <a:cubicBezTo>
                  <a:pt x="255262" y="1110307"/>
                  <a:pt x="140977" y="996022"/>
                  <a:pt x="0" y="996022"/>
                </a:cubicBezTo>
                <a:lnTo>
                  <a:pt x="0" y="255262"/>
                </a:lnTo>
                <a:cubicBezTo>
                  <a:pt x="140977" y="255262"/>
                  <a:pt x="255262" y="140977"/>
                  <a:pt x="2552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322" y="1084768"/>
            <a:ext cx="1754300" cy="1159939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 got a call…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1.37 in
76 chars, 12 words at 14 pt</a:t>
            </a:r>
          </a:p>
        </p:txBody>
      </p:sp>
      <p:sp>
        <p:nvSpPr>
          <p:cNvPr id="8" name="ticket 0.72"/>
          <p:cNvSpPr/>
          <p:nvPr/>
        </p:nvSpPr>
        <p:spPr>
          <a:xfrm>
            <a:off x="2907792" y="1385076"/>
            <a:ext cx="1711756" cy="900924"/>
          </a:xfrm>
          <a:custGeom>
            <a:avLst/>
            <a:gdLst>
              <a:gd name="txL" fmla="*/ w 13105 100000"/>
              <a:gd name="txT" fmla="*/ h 4000 100000"/>
              <a:gd name="txR" fmla="*/ w 86895 100000"/>
              <a:gd name="txB" fmla="*/ h 96700 100000"/>
            </a:gdLst>
            <a:ahLst/>
            <a:cxnLst/>
            <a:rect l="txL" t="txT" r="txR" b="txB"/>
            <a:pathLst>
              <a:path w="1711756" h="900924">
                <a:moveTo>
                  <a:pt x="183788" y="0"/>
                </a:moveTo>
                <a:lnTo>
                  <a:pt x="1527968" y="0"/>
                </a:lnTo>
                <a:cubicBezTo>
                  <a:pt x="1527968" y="101504"/>
                  <a:pt x="1610252" y="183788"/>
                  <a:pt x="1711756" y="183788"/>
                </a:cubicBezTo>
                <a:lnTo>
                  <a:pt x="1711756" y="717136"/>
                </a:lnTo>
                <a:cubicBezTo>
                  <a:pt x="1610252" y="717136"/>
                  <a:pt x="1527968" y="799420"/>
                  <a:pt x="1527968" y="900924"/>
                </a:cubicBezTo>
                <a:lnTo>
                  <a:pt x="183788" y="900924"/>
                </a:lnTo>
                <a:cubicBezTo>
                  <a:pt x="183788" y="799420"/>
                  <a:pt x="101504" y="717136"/>
                  <a:pt x="0" y="717136"/>
                </a:cubicBezTo>
                <a:lnTo>
                  <a:pt x="0" y="183788"/>
                </a:lnTo>
                <a:cubicBezTo>
                  <a:pt x="101504" y="183788"/>
                  <a:pt x="183788" y="101504"/>
                  <a:pt x="18378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32123" y="1421113"/>
            <a:ext cx="1263094" cy="835156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 every…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7792" y="2340864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0.99 in
57 chars, 9 words at 11 pt</a:t>
            </a:r>
          </a:p>
        </p:txBody>
      </p:sp>
      <p:sp>
        <p:nvSpPr>
          <p:cNvPr id="11" name="ticket 0.5"/>
          <p:cNvSpPr/>
          <p:nvPr/>
        </p:nvSpPr>
        <p:spPr>
          <a:xfrm>
            <a:off x="4848148" y="1660358"/>
            <a:ext cx="1188720" cy="625642"/>
          </a:xfrm>
          <a:custGeom>
            <a:avLst/>
            <a:gdLst>
              <a:gd name="txL" fmla="*/ w 13105 100000"/>
              <a:gd name="txT" fmla="*/ h 4000 100000"/>
              <a:gd name="txR" fmla="*/ w 86895 100000"/>
              <a:gd name="txB" fmla="*/ h 96700 100000"/>
            </a:gdLst>
            <a:ahLst/>
            <a:cxnLst/>
            <a:rect l="txL" t="txT" r="txR" b="txB"/>
            <a:pathLst>
              <a:path w="1188720" h="625642">
                <a:moveTo>
                  <a:pt x="127631" y="0"/>
                </a:moveTo>
                <a:lnTo>
                  <a:pt x="1061089" y="0"/>
                </a:lnTo>
                <a:cubicBezTo>
                  <a:pt x="1061089" y="70489"/>
                  <a:pt x="1118231" y="127631"/>
                  <a:pt x="1188720" y="127631"/>
                </a:cubicBezTo>
                <a:lnTo>
                  <a:pt x="1188720" y="498011"/>
                </a:lnTo>
                <a:cubicBezTo>
                  <a:pt x="1118231" y="498011"/>
                  <a:pt x="1061089" y="555153"/>
                  <a:pt x="1061089" y="625642"/>
                </a:cubicBezTo>
                <a:lnTo>
                  <a:pt x="127631" y="625642"/>
                </a:lnTo>
                <a:cubicBezTo>
                  <a:pt x="127631" y="555153"/>
                  <a:pt x="70489" y="498011"/>
                  <a:pt x="0" y="498011"/>
                </a:cubicBezTo>
                <a:lnTo>
                  <a:pt x="0" y="127631"/>
                </a:lnTo>
                <a:cubicBezTo>
                  <a:pt x="70489" y="127631"/>
                  <a:pt x="127631" y="70489"/>
                  <a:pt x="12763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3933" y="1685384"/>
            <a:ext cx="877150" cy="579969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8148" y="23408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0.68 in
47 chars, 8 words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speech bubble</a:t>
            </a:r>
          </a:p>
        </p:txBody>
      </p:sp>
      <p:sp>
        <p:nvSpPr>
          <p:cNvPr id="15" name="bubble 1.0"/>
          <p:cNvSpPr/>
          <p:nvPr/>
        </p:nvSpPr>
        <p:spPr>
          <a:xfrm>
            <a:off x="6108192" y="960120"/>
            <a:ext cx="1988820" cy="1325880"/>
          </a:xfrm>
          <a:custGeom>
            <a:avLst/>
            <a:gdLst>
              <a:gd name="txL" fmla="*/ w 9667 100000"/>
              <a:gd name="txT" fmla="*/ h 5500 100000"/>
              <a:gd name="txR" fmla="*/ w 90333 100000"/>
              <a:gd name="txB" fmla="*/ h 72500 100000"/>
            </a:gdLst>
            <a:ahLst/>
            <a:cxnLst/>
            <a:rect l="txL" t="txT" r="txR" b="txB"/>
            <a:pathLst>
              <a:path w="1988820" h="1325880">
                <a:moveTo>
                  <a:pt x="227521" y="0"/>
                </a:moveTo>
                <a:lnTo>
                  <a:pt x="1761299" y="0"/>
                </a:lnTo>
                <a:cubicBezTo>
                  <a:pt x="1886955" y="0"/>
                  <a:pt x="1988820" y="101865"/>
                  <a:pt x="1988820" y="227521"/>
                </a:cubicBezTo>
                <a:lnTo>
                  <a:pt x="1988820" y="806665"/>
                </a:lnTo>
                <a:cubicBezTo>
                  <a:pt x="1988820" y="932322"/>
                  <a:pt x="1886955" y="1034186"/>
                  <a:pt x="1761299" y="1034186"/>
                </a:cubicBezTo>
                <a:lnTo>
                  <a:pt x="861557" y="1034186"/>
                </a:lnTo>
                <a:cubicBezTo>
                  <a:pt x="815456" y="1165449"/>
                  <a:pt x="609539" y="1290877"/>
                  <a:pt x="554218" y="1325880"/>
                </a:cubicBezTo>
                <a:cubicBezTo>
                  <a:pt x="554138" y="1252957"/>
                  <a:pt x="553979" y="1180033"/>
                  <a:pt x="553953" y="1034186"/>
                </a:cubicBezTo>
                <a:lnTo>
                  <a:pt x="227521" y="1034186"/>
                </a:lnTo>
                <a:cubicBezTo>
                  <a:pt x="101865" y="1034186"/>
                  <a:pt x="0" y="932322"/>
                  <a:pt x="0" y="806665"/>
                </a:cubicBezTo>
                <a:lnTo>
                  <a:pt x="0" y="227521"/>
                </a:lnTo>
                <a:cubicBezTo>
                  <a:pt x="0" y="101865"/>
                  <a:pt x="101865" y="0"/>
                  <a:pt x="22752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445" y="1033044"/>
            <a:ext cx="1604314" cy="88833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340864"/>
            <a:ext cx="19888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2.17 x 1.45 in
57 chars, 9 words at 14 pt</a:t>
            </a:r>
          </a:p>
        </p:txBody>
      </p:sp>
      <p:sp>
        <p:nvSpPr>
          <p:cNvPr id="18" name="bubble 0.72"/>
          <p:cNvSpPr/>
          <p:nvPr/>
        </p:nvSpPr>
        <p:spPr>
          <a:xfrm>
            <a:off x="8325612" y="1331367"/>
            <a:ext cx="1431950" cy="954633"/>
          </a:xfrm>
          <a:custGeom>
            <a:avLst/>
            <a:gdLst>
              <a:gd name="txL" fmla="*/ w 9667 100000"/>
              <a:gd name="txT" fmla="*/ h 5500 100000"/>
              <a:gd name="txR" fmla="*/ w 90333 100000"/>
              <a:gd name="txB" fmla="*/ h 72500 100000"/>
            </a:gdLst>
            <a:ahLst/>
            <a:cxnLst/>
            <a:rect l="txL" t="txT" r="txR" b="txB"/>
            <a:pathLst>
              <a:path w="1431950" h="954633">
                <a:moveTo>
                  <a:pt x="163815" y="0"/>
                </a:moveTo>
                <a:lnTo>
                  <a:pt x="1268135" y="0"/>
                </a:lnTo>
                <a:cubicBezTo>
                  <a:pt x="1358608" y="0"/>
                  <a:pt x="1431950" y="73342"/>
                  <a:pt x="1431950" y="163815"/>
                </a:cubicBezTo>
                <a:lnTo>
                  <a:pt x="1431950" y="580799"/>
                </a:lnTo>
                <a:cubicBezTo>
                  <a:pt x="1431950" y="671271"/>
                  <a:pt x="1358608" y="744614"/>
                  <a:pt x="1268135" y="744614"/>
                </a:cubicBezTo>
                <a:lnTo>
                  <a:pt x="620321" y="744614"/>
                </a:lnTo>
                <a:cubicBezTo>
                  <a:pt x="587128" y="839122"/>
                  <a:pt x="438868" y="929431"/>
                  <a:pt x="399037" y="954633"/>
                </a:cubicBezTo>
                <a:cubicBezTo>
                  <a:pt x="398979" y="902128"/>
                  <a:pt x="398865" y="849623"/>
                  <a:pt x="398846" y="744614"/>
                </a:cubicBezTo>
                <a:lnTo>
                  <a:pt x="163815" y="744614"/>
                </a:lnTo>
                <a:cubicBezTo>
                  <a:pt x="73342" y="744614"/>
                  <a:pt x="0" y="671271"/>
                  <a:pt x="0" y="580799"/>
                </a:cubicBezTo>
                <a:lnTo>
                  <a:pt x="0" y="163815"/>
                </a:lnTo>
                <a:cubicBezTo>
                  <a:pt x="0" y="73342"/>
                  <a:pt x="73342" y="0"/>
                  <a:pt x="16381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4034" y="1383872"/>
            <a:ext cx="1155106" cy="639604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612" y="2340864"/>
            <a:ext cx="14319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1.57 x 1.04 in
38 chars, 6 words at 11 pt</a:t>
            </a:r>
          </a:p>
        </p:txBody>
      </p:sp>
      <p:sp>
        <p:nvSpPr>
          <p:cNvPr id="21" name="bubble 0.5"/>
          <p:cNvSpPr/>
          <p:nvPr/>
        </p:nvSpPr>
        <p:spPr>
          <a:xfrm>
            <a:off x="9986162" y="1623060"/>
            <a:ext cx="994410" cy="662940"/>
          </a:xfrm>
          <a:custGeom>
            <a:avLst/>
            <a:gdLst>
              <a:gd name="txL" fmla="*/ w 9667 100000"/>
              <a:gd name="txT" fmla="*/ h 5500 100000"/>
              <a:gd name="txR" fmla="*/ w 90333 100000"/>
              <a:gd name="txB" fmla="*/ h 72500 100000"/>
            </a:gdLst>
            <a:ahLst/>
            <a:cxnLst/>
            <a:rect l="txL" t="txT" r="txR" b="txB"/>
            <a:pathLst>
              <a:path w="994410" h="662940">
                <a:moveTo>
                  <a:pt x="113761" y="0"/>
                </a:moveTo>
                <a:lnTo>
                  <a:pt x="880649" y="0"/>
                </a:lnTo>
                <a:cubicBezTo>
                  <a:pt x="943478" y="0"/>
                  <a:pt x="994410" y="50932"/>
                  <a:pt x="994410" y="113761"/>
                </a:cubicBezTo>
                <a:lnTo>
                  <a:pt x="994410" y="403333"/>
                </a:lnTo>
                <a:cubicBezTo>
                  <a:pt x="994410" y="466161"/>
                  <a:pt x="943478" y="517093"/>
                  <a:pt x="880649" y="517093"/>
                </a:cubicBezTo>
                <a:lnTo>
                  <a:pt x="430778" y="517093"/>
                </a:lnTo>
                <a:cubicBezTo>
                  <a:pt x="407728" y="582724"/>
                  <a:pt x="304769" y="645438"/>
                  <a:pt x="277109" y="662940"/>
                </a:cubicBezTo>
                <a:cubicBezTo>
                  <a:pt x="277069" y="626478"/>
                  <a:pt x="276990" y="590017"/>
                  <a:pt x="276976" y="517093"/>
                </a:cubicBezTo>
                <a:lnTo>
                  <a:pt x="113761" y="517093"/>
                </a:lnTo>
                <a:cubicBezTo>
                  <a:pt x="50932" y="517093"/>
                  <a:pt x="0" y="466161"/>
                  <a:pt x="0" y="403333"/>
                </a:cubicBezTo>
                <a:lnTo>
                  <a:pt x="0" y="113761"/>
                </a:lnTo>
                <a:cubicBezTo>
                  <a:pt x="0" y="50932"/>
                  <a:pt x="50932" y="0"/>
                  <a:pt x="11376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2289" y="1659522"/>
            <a:ext cx="802156" cy="444169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86162" y="2340864"/>
            <a:ext cx="99441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1.09 x 0.72 in
33 chars, 5 words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speech bubble, tail left</a:t>
            </a:r>
          </a:p>
        </p:txBody>
      </p:sp>
      <p:sp>
        <p:nvSpPr>
          <p:cNvPr id="25" name="bubble 1.0"/>
          <p:cNvSpPr/>
          <p:nvPr/>
        </p:nvSpPr>
        <p:spPr>
          <a:xfrm>
            <a:off x="301752" y="2990088"/>
            <a:ext cx="2320290" cy="1325880"/>
          </a:xfrm>
          <a:custGeom>
            <a:avLst/>
            <a:gdLst>
              <a:gd name="txL" fmla="*/ w 23786 100000"/>
              <a:gd name="txT" fmla="*/ h 10125 100000"/>
              <a:gd name="txR" fmla="*/ w 93214 100000"/>
              <a:gd name="txB" fmla="*/ h 90500 100000"/>
            </a:gdLst>
            <a:ahLst/>
            <a:cxnLst/>
            <a:rect l="txL" t="txT" r="txR" b="txB"/>
            <a:pathLst>
              <a:path w="2320290" h="1325880">
                <a:moveTo>
                  <a:pt x="2320290" y="291694"/>
                </a:moveTo>
                <a:lnTo>
                  <a:pt x="2320290" y="1034186"/>
                </a:lnTo>
                <a:cubicBezTo>
                  <a:pt x="2320290" y="1195284"/>
                  <a:pt x="2189694" y="1325880"/>
                  <a:pt x="2028596" y="1325880"/>
                </a:cubicBezTo>
                <a:lnTo>
                  <a:pt x="689458" y="1325880"/>
                </a:lnTo>
                <a:cubicBezTo>
                  <a:pt x="528360" y="1325880"/>
                  <a:pt x="397764" y="1195284"/>
                  <a:pt x="397764" y="1034186"/>
                </a:cubicBezTo>
                <a:lnTo>
                  <a:pt x="397764" y="898615"/>
                </a:lnTo>
                <a:cubicBezTo>
                  <a:pt x="218770" y="894886"/>
                  <a:pt x="47732" y="878230"/>
                  <a:pt x="0" y="873755"/>
                </a:cubicBezTo>
                <a:cubicBezTo>
                  <a:pt x="99441" y="767850"/>
                  <a:pt x="198882" y="556041"/>
                  <a:pt x="397764" y="520739"/>
                </a:cubicBezTo>
                <a:lnTo>
                  <a:pt x="397764" y="291694"/>
                </a:lnTo>
                <a:cubicBezTo>
                  <a:pt x="397764" y="130596"/>
                  <a:pt x="528360" y="0"/>
                  <a:pt x="689458" y="0"/>
                </a:cubicBezTo>
                <a:lnTo>
                  <a:pt x="2028596" y="0"/>
                </a:lnTo>
                <a:cubicBezTo>
                  <a:pt x="2189694" y="0"/>
                  <a:pt x="2320290" y="130596"/>
                  <a:pt x="2320290" y="29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650" y="3124334"/>
            <a:ext cx="1610943" cy="1065675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4370832"/>
            <a:ext cx="232029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2.54 x 1.45 in
57 chars, 9 words at 14 pt</a:t>
            </a:r>
          </a:p>
        </p:txBody>
      </p:sp>
      <p:sp>
        <p:nvSpPr>
          <p:cNvPr id="28" name="bubble 0.72"/>
          <p:cNvSpPr/>
          <p:nvPr/>
        </p:nvSpPr>
        <p:spPr>
          <a:xfrm>
            <a:off x="2850642" y="3361335"/>
            <a:ext cx="1670608" cy="954633"/>
          </a:xfrm>
          <a:custGeom>
            <a:avLst/>
            <a:gdLst>
              <a:gd name="txL" fmla="*/ w 23786 100000"/>
              <a:gd name="txT" fmla="*/ h 10125 100000"/>
              <a:gd name="txR" fmla="*/ w 93214 100000"/>
              <a:gd name="txB" fmla="*/ h 90500 100000"/>
            </a:gdLst>
            <a:ahLst/>
            <a:cxnLst/>
            <a:rect l="txL" t="txT" r="txR" b="txB"/>
            <a:pathLst>
              <a:path w="1670608" h="954633">
                <a:moveTo>
                  <a:pt x="1670608" y="210019"/>
                </a:moveTo>
                <a:lnTo>
                  <a:pt x="1670608" y="744614"/>
                </a:lnTo>
                <a:cubicBezTo>
                  <a:pt x="1670608" y="860604"/>
                  <a:pt x="1576579" y="954633"/>
                  <a:pt x="1460589" y="954633"/>
                </a:cubicBezTo>
                <a:lnTo>
                  <a:pt x="496409" y="954633"/>
                </a:lnTo>
                <a:cubicBezTo>
                  <a:pt x="380419" y="954633"/>
                  <a:pt x="286390" y="860604"/>
                  <a:pt x="286390" y="744614"/>
                </a:cubicBezTo>
                <a:lnTo>
                  <a:pt x="286390" y="647003"/>
                </a:lnTo>
                <a:cubicBezTo>
                  <a:pt x="157514" y="644318"/>
                  <a:pt x="34367" y="632325"/>
                  <a:pt x="0" y="629103"/>
                </a:cubicBezTo>
                <a:cubicBezTo>
                  <a:pt x="71597" y="552852"/>
                  <a:pt x="143195" y="400349"/>
                  <a:pt x="286390" y="374932"/>
                </a:cubicBezTo>
                <a:lnTo>
                  <a:pt x="286390" y="210019"/>
                </a:lnTo>
                <a:cubicBezTo>
                  <a:pt x="286390" y="94029"/>
                  <a:pt x="380419" y="0"/>
                  <a:pt x="496409" y="0"/>
                </a:cubicBezTo>
                <a:lnTo>
                  <a:pt x="1460589" y="0"/>
                </a:lnTo>
                <a:cubicBezTo>
                  <a:pt x="1576579" y="0"/>
                  <a:pt x="1670608" y="94029"/>
                  <a:pt x="1670608" y="21001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48009" y="3457992"/>
            <a:ext cx="1159878" cy="767285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0642" y="4370832"/>
            <a:ext cx="16706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1.83 x 1.04 in
51 chars, 8 words at 11 pt</a:t>
            </a:r>
          </a:p>
        </p:txBody>
      </p:sp>
      <p:sp>
        <p:nvSpPr>
          <p:cNvPr id="31" name="bubble 0.5"/>
          <p:cNvSpPr/>
          <p:nvPr/>
        </p:nvSpPr>
        <p:spPr>
          <a:xfrm>
            <a:off x="4749850" y="3653028"/>
            <a:ext cx="1160145" cy="662940"/>
          </a:xfrm>
          <a:custGeom>
            <a:avLst/>
            <a:gdLst>
              <a:gd name="txL" fmla="*/ w 23786 100000"/>
              <a:gd name="txT" fmla="*/ h 10125 100000"/>
              <a:gd name="txR" fmla="*/ w 93214 100000"/>
              <a:gd name="txB" fmla="*/ h 90500 100000"/>
            </a:gdLst>
            <a:ahLst/>
            <a:cxnLst/>
            <a:rect l="txL" t="txT" r="txR" b="txB"/>
            <a:pathLst>
              <a:path w="1160145" h="662940">
                <a:moveTo>
                  <a:pt x="1160145" y="145847"/>
                </a:moveTo>
                <a:lnTo>
                  <a:pt x="1160145" y="517093"/>
                </a:lnTo>
                <a:cubicBezTo>
                  <a:pt x="1160145" y="597642"/>
                  <a:pt x="1094847" y="662940"/>
                  <a:pt x="1014298" y="662940"/>
                </a:cubicBezTo>
                <a:lnTo>
                  <a:pt x="344729" y="662940"/>
                </a:lnTo>
                <a:cubicBezTo>
                  <a:pt x="264180" y="662940"/>
                  <a:pt x="198882" y="597642"/>
                  <a:pt x="198882" y="517093"/>
                </a:cubicBezTo>
                <a:lnTo>
                  <a:pt x="198882" y="449308"/>
                </a:lnTo>
                <a:cubicBezTo>
                  <a:pt x="109385" y="447443"/>
                  <a:pt x="23866" y="439115"/>
                  <a:pt x="0" y="436877"/>
                </a:cubicBezTo>
                <a:cubicBezTo>
                  <a:pt x="49720" y="383925"/>
                  <a:pt x="99441" y="278020"/>
                  <a:pt x="198882" y="260370"/>
                </a:cubicBezTo>
                <a:lnTo>
                  <a:pt x="198882" y="145847"/>
                </a:lnTo>
                <a:cubicBezTo>
                  <a:pt x="198882" y="65298"/>
                  <a:pt x="264180" y="0"/>
                  <a:pt x="344729" y="0"/>
                </a:cubicBezTo>
                <a:lnTo>
                  <a:pt x="1014298" y="0"/>
                </a:lnTo>
                <a:cubicBezTo>
                  <a:pt x="1094847" y="0"/>
                  <a:pt x="1160145" y="65298"/>
                  <a:pt x="1160145" y="14584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5799" y="3720151"/>
            <a:ext cx="805471" cy="532837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9850" y="4370832"/>
            <a:ext cx="116014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1.27 x 0.72 in
33 chars, 5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speech bubble, tail right</a:t>
            </a:r>
          </a:p>
        </p:txBody>
      </p:sp>
      <p:sp>
        <p:nvSpPr>
          <p:cNvPr id="35" name="bubble 1.0"/>
          <p:cNvSpPr/>
          <p:nvPr/>
        </p:nvSpPr>
        <p:spPr>
          <a:xfrm>
            <a:off x="6108192" y="2990088"/>
            <a:ext cx="2320290" cy="1325880"/>
          </a:xfrm>
          <a:custGeom>
            <a:avLst/>
            <a:gdLst>
              <a:gd name="txL" fmla="*/ w 6786 100000"/>
              <a:gd name="txT" fmla="*/ h 10125 100000"/>
              <a:gd name="txR" fmla="*/ w 76214 100000"/>
              <a:gd name="txB" fmla="*/ h 90500 100000"/>
            </a:gdLst>
            <a:ahLst/>
            <a:cxnLst/>
            <a:rect l="txL" t="txT" r="txR" b="txB"/>
            <a:pathLst>
              <a:path w="2320290" h="1325880">
                <a:moveTo>
                  <a:pt x="0" y="291694"/>
                </a:moveTo>
                <a:lnTo>
                  <a:pt x="0" y="1034186"/>
                </a:lnTo>
                <a:cubicBezTo>
                  <a:pt x="0" y="1195284"/>
                  <a:pt x="130596" y="1325880"/>
                  <a:pt x="291694" y="1325880"/>
                </a:cubicBezTo>
                <a:lnTo>
                  <a:pt x="1630832" y="1325880"/>
                </a:lnTo>
                <a:cubicBezTo>
                  <a:pt x="1791930" y="1325880"/>
                  <a:pt x="1922526" y="1195284"/>
                  <a:pt x="1922526" y="1034186"/>
                </a:cubicBezTo>
                <a:lnTo>
                  <a:pt x="1922526" y="789562"/>
                </a:lnTo>
                <a:cubicBezTo>
                  <a:pt x="2101520" y="741532"/>
                  <a:pt x="2272558" y="526998"/>
                  <a:pt x="2320290" y="469362"/>
                </a:cubicBezTo>
                <a:cubicBezTo>
                  <a:pt x="2220849" y="452059"/>
                  <a:pt x="2121408" y="417453"/>
                  <a:pt x="1922526" y="411686"/>
                </a:cubicBezTo>
                <a:lnTo>
                  <a:pt x="1922526" y="291694"/>
                </a:lnTo>
                <a:cubicBezTo>
                  <a:pt x="1922526" y="130596"/>
                  <a:pt x="1791930" y="0"/>
                  <a:pt x="1630832" y="0"/>
                </a:cubicBezTo>
                <a:lnTo>
                  <a:pt x="291694" y="0"/>
                </a:lnTo>
                <a:cubicBezTo>
                  <a:pt x="130596" y="0"/>
                  <a:pt x="0" y="130596"/>
                  <a:pt x="0" y="29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5641" y="3124334"/>
            <a:ext cx="1610943" cy="1065675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370832"/>
            <a:ext cx="232029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2.54 x 1.45 in
57 chars, 9 words at 14 pt</a:t>
            </a:r>
          </a:p>
        </p:txBody>
      </p:sp>
      <p:sp>
        <p:nvSpPr>
          <p:cNvPr id="38" name="bubble 0.72"/>
          <p:cNvSpPr/>
          <p:nvPr/>
        </p:nvSpPr>
        <p:spPr>
          <a:xfrm>
            <a:off x="8657082" y="3361335"/>
            <a:ext cx="1670608" cy="954633"/>
          </a:xfrm>
          <a:custGeom>
            <a:avLst/>
            <a:gdLst>
              <a:gd name="txL" fmla="*/ w 6786 100000"/>
              <a:gd name="txT" fmla="*/ h 10125 100000"/>
              <a:gd name="txR" fmla="*/ w 76214 100000"/>
              <a:gd name="txB" fmla="*/ h 90500 100000"/>
            </a:gdLst>
            <a:ahLst/>
            <a:cxnLst/>
            <a:rect l="txL" t="txT" r="txR" b="txB"/>
            <a:pathLst>
              <a:path w="1670608" h="954633">
                <a:moveTo>
                  <a:pt x="0" y="210019"/>
                </a:moveTo>
                <a:lnTo>
                  <a:pt x="0" y="744614"/>
                </a:lnTo>
                <a:cubicBezTo>
                  <a:pt x="0" y="860604"/>
                  <a:pt x="94029" y="954633"/>
                  <a:pt x="210019" y="954633"/>
                </a:cubicBezTo>
                <a:lnTo>
                  <a:pt x="1174199" y="954633"/>
                </a:lnTo>
                <a:cubicBezTo>
                  <a:pt x="1290189" y="954633"/>
                  <a:pt x="1384218" y="860604"/>
                  <a:pt x="1384218" y="744614"/>
                </a:cubicBezTo>
                <a:lnTo>
                  <a:pt x="1384218" y="568484"/>
                </a:lnTo>
                <a:cubicBezTo>
                  <a:pt x="1513094" y="533902"/>
                  <a:pt x="1636241" y="379438"/>
                  <a:pt x="1670608" y="337940"/>
                </a:cubicBezTo>
                <a:cubicBezTo>
                  <a:pt x="1599011" y="325482"/>
                  <a:pt x="1527413" y="300566"/>
                  <a:pt x="1384218" y="296414"/>
                </a:cubicBezTo>
                <a:lnTo>
                  <a:pt x="1384218" y="210019"/>
                </a:lnTo>
                <a:cubicBezTo>
                  <a:pt x="1384218" y="94029"/>
                  <a:pt x="1290189" y="0"/>
                  <a:pt x="1174199" y="0"/>
                </a:cubicBezTo>
                <a:lnTo>
                  <a:pt x="210019" y="0"/>
                </a:lnTo>
                <a:cubicBezTo>
                  <a:pt x="94029" y="0"/>
                  <a:pt x="0" y="94029"/>
                  <a:pt x="0" y="21001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0445" y="3457992"/>
            <a:ext cx="1159878" cy="767285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7082" y="4370832"/>
            <a:ext cx="16706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1.83 x 1.04 in
51 chars, 8 words at 11 pt</a:t>
            </a:r>
          </a:p>
        </p:txBody>
      </p:sp>
      <p:sp>
        <p:nvSpPr>
          <p:cNvPr id="41" name="bubble 0.5"/>
          <p:cNvSpPr/>
          <p:nvPr/>
        </p:nvSpPr>
        <p:spPr>
          <a:xfrm>
            <a:off x="10556290" y="3653028"/>
            <a:ext cx="1160145" cy="662940"/>
          </a:xfrm>
          <a:custGeom>
            <a:avLst/>
            <a:gdLst>
              <a:gd name="txL" fmla="*/ w 6786 100000"/>
              <a:gd name="txT" fmla="*/ h 10125 100000"/>
              <a:gd name="txR" fmla="*/ w 76214 100000"/>
              <a:gd name="txB" fmla="*/ h 90500 100000"/>
            </a:gdLst>
            <a:ahLst/>
            <a:cxnLst/>
            <a:rect l="txL" t="txT" r="txR" b="txB"/>
            <a:pathLst>
              <a:path w="1160145" h="662940">
                <a:moveTo>
                  <a:pt x="0" y="145847"/>
                </a:moveTo>
                <a:lnTo>
                  <a:pt x="0" y="517093"/>
                </a:lnTo>
                <a:cubicBezTo>
                  <a:pt x="0" y="597642"/>
                  <a:pt x="65298" y="662940"/>
                  <a:pt x="145847" y="662940"/>
                </a:cubicBezTo>
                <a:lnTo>
                  <a:pt x="815416" y="662940"/>
                </a:lnTo>
                <a:cubicBezTo>
                  <a:pt x="895965" y="662940"/>
                  <a:pt x="961263" y="597642"/>
                  <a:pt x="961263" y="517093"/>
                </a:cubicBezTo>
                <a:lnTo>
                  <a:pt x="961263" y="394781"/>
                </a:lnTo>
                <a:cubicBezTo>
                  <a:pt x="1050760" y="370766"/>
                  <a:pt x="1136279" y="263499"/>
                  <a:pt x="1160145" y="234681"/>
                </a:cubicBezTo>
                <a:cubicBezTo>
                  <a:pt x="1110424" y="226029"/>
                  <a:pt x="1060704" y="208727"/>
                  <a:pt x="961263" y="205843"/>
                </a:cubicBezTo>
                <a:lnTo>
                  <a:pt x="961263" y="145847"/>
                </a:lnTo>
                <a:cubicBezTo>
                  <a:pt x="961263" y="65298"/>
                  <a:pt x="895965" y="0"/>
                  <a:pt x="815416" y="0"/>
                </a:cubicBezTo>
                <a:lnTo>
                  <a:pt x="145847" y="0"/>
                </a:lnTo>
                <a:cubicBezTo>
                  <a:pt x="65298" y="0"/>
                  <a:pt x="0" y="65298"/>
                  <a:pt x="0" y="14584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35015" y="3720151"/>
            <a:ext cx="805471" cy="532837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56290" y="4370832"/>
            <a:ext cx="116014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1.27 x 0.72 in
33 chars, 5 words at 9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torn paper</a:t>
            </a:r>
          </a:p>
        </p:txBody>
      </p:sp>
      <p:sp>
        <p:nvSpPr>
          <p:cNvPr id="45" name="torn 1.0"/>
          <p:cNvSpPr/>
          <p:nvPr/>
        </p:nvSpPr>
        <p:spPr>
          <a:xfrm>
            <a:off x="301752" y="5020056"/>
            <a:ext cx="1657350" cy="1325880"/>
          </a:xfrm>
          <a:custGeom>
            <a:avLst/>
            <a:gdLst>
              <a:gd name="txL" fmla="*/ w 3200 100000"/>
              <a:gd name="txT" fmla="*/ h 4000 100000"/>
              <a:gd name="txR" fmla="*/ w 96800 100000"/>
              <a:gd name="txB" fmla="*/ h 89750 100000"/>
            </a:gdLst>
            <a:ahLst/>
            <a:cxnLst/>
            <a:rect l="txL" t="txT" r="txR" b="txB"/>
            <a:pathLst>
              <a:path w="1657350" h="1325880">
                <a:moveTo>
                  <a:pt x="0" y="0"/>
                </a:moveTo>
                <a:lnTo>
                  <a:pt x="1657350" y="0"/>
                </a:lnTo>
                <a:lnTo>
                  <a:pt x="1657350" y="1325880"/>
                </a:lnTo>
                <a:lnTo>
                  <a:pt x="1575239" y="1295858"/>
                </a:lnTo>
                <a:lnTo>
                  <a:pt x="1528858" y="1283276"/>
                </a:lnTo>
                <a:lnTo>
                  <a:pt x="1472022" y="1261408"/>
                </a:lnTo>
                <a:lnTo>
                  <a:pt x="1422462" y="1268368"/>
                </a:lnTo>
                <a:lnTo>
                  <a:pt x="1352850" y="1246327"/>
                </a:lnTo>
                <a:lnTo>
                  <a:pt x="1288872" y="1276729"/>
                </a:lnTo>
                <a:lnTo>
                  <a:pt x="1206915" y="1273826"/>
                </a:lnTo>
                <a:lnTo>
                  <a:pt x="1161136" y="1269541"/>
                </a:lnTo>
                <a:lnTo>
                  <a:pt x="1062927" y="1289821"/>
                </a:lnTo>
                <a:lnTo>
                  <a:pt x="970491" y="1316581"/>
                </a:lnTo>
                <a:lnTo>
                  <a:pt x="890393" y="1284622"/>
                </a:lnTo>
                <a:lnTo>
                  <a:pt x="813578" y="1290700"/>
                </a:lnTo>
                <a:lnTo>
                  <a:pt x="778525" y="1285807"/>
                </a:lnTo>
                <a:lnTo>
                  <a:pt x="706943" y="1252912"/>
                </a:lnTo>
                <a:lnTo>
                  <a:pt x="609893" y="1264835"/>
                </a:lnTo>
                <a:lnTo>
                  <a:pt x="520096" y="1280277"/>
                </a:lnTo>
                <a:lnTo>
                  <a:pt x="434614" y="1281723"/>
                </a:lnTo>
                <a:lnTo>
                  <a:pt x="405765" y="1279641"/>
                </a:lnTo>
                <a:lnTo>
                  <a:pt x="349367" y="1284779"/>
                </a:lnTo>
                <a:lnTo>
                  <a:pt x="273685" y="1325880"/>
                </a:lnTo>
                <a:lnTo>
                  <a:pt x="210503" y="1291776"/>
                </a:lnTo>
                <a:lnTo>
                  <a:pt x="165196" y="1312163"/>
                </a:lnTo>
                <a:lnTo>
                  <a:pt x="75029" y="1304337"/>
                </a:lnTo>
                <a:lnTo>
                  <a:pt x="0" y="128610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4788" y="5073092"/>
            <a:ext cx="1551278" cy="1136941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6400800"/>
            <a:ext cx="16573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1.81 x 1.45 in
68 chars, 10 words at 14 pt</a:t>
            </a:r>
          </a:p>
        </p:txBody>
      </p:sp>
      <p:sp>
        <p:nvSpPr>
          <p:cNvPr id="48" name="torn 0.72"/>
          <p:cNvSpPr/>
          <p:nvPr/>
        </p:nvSpPr>
        <p:spPr>
          <a:xfrm>
            <a:off x="2187702" y="5391303"/>
            <a:ext cx="1193292" cy="954633"/>
          </a:xfrm>
          <a:custGeom>
            <a:avLst/>
            <a:gdLst>
              <a:gd name="txL" fmla="*/ w 3200 100000"/>
              <a:gd name="txT" fmla="*/ h 4000 100000"/>
              <a:gd name="txR" fmla="*/ w 96800 100000"/>
              <a:gd name="txB" fmla="*/ h 89750 100000"/>
            </a:gdLst>
            <a:ahLst/>
            <a:cxnLst/>
            <a:rect l="txL" t="txT" r="txR" b="txB"/>
            <a:pathLst>
              <a:path w="1193292" h="954633">
                <a:moveTo>
                  <a:pt x="0" y="0"/>
                </a:moveTo>
                <a:lnTo>
                  <a:pt x="1193292" y="0"/>
                </a:lnTo>
                <a:lnTo>
                  <a:pt x="1193292" y="954633"/>
                </a:lnTo>
                <a:lnTo>
                  <a:pt x="1134172" y="933017"/>
                </a:lnTo>
                <a:lnTo>
                  <a:pt x="1100778" y="923958"/>
                </a:lnTo>
                <a:lnTo>
                  <a:pt x="1059856" y="908213"/>
                </a:lnTo>
                <a:lnTo>
                  <a:pt x="1024173" y="913224"/>
                </a:lnTo>
                <a:lnTo>
                  <a:pt x="974052" y="897355"/>
                </a:lnTo>
                <a:lnTo>
                  <a:pt x="927988" y="919245"/>
                </a:lnTo>
                <a:lnTo>
                  <a:pt x="868979" y="917154"/>
                </a:lnTo>
                <a:lnTo>
                  <a:pt x="836018" y="914069"/>
                </a:lnTo>
                <a:lnTo>
                  <a:pt x="765308" y="928671"/>
                </a:lnTo>
                <a:lnTo>
                  <a:pt x="698754" y="947938"/>
                </a:lnTo>
                <a:lnTo>
                  <a:pt x="641083" y="924927"/>
                </a:lnTo>
                <a:lnTo>
                  <a:pt x="585777" y="929303"/>
                </a:lnTo>
                <a:lnTo>
                  <a:pt x="560538" y="925781"/>
                </a:lnTo>
                <a:lnTo>
                  <a:pt x="509000" y="902096"/>
                </a:lnTo>
                <a:lnTo>
                  <a:pt x="439124" y="910681"/>
                </a:lnTo>
                <a:lnTo>
                  <a:pt x="374469" y="921799"/>
                </a:lnTo>
                <a:lnTo>
                  <a:pt x="312923" y="922840"/>
                </a:lnTo>
                <a:lnTo>
                  <a:pt x="292152" y="921341"/>
                </a:lnTo>
                <a:lnTo>
                  <a:pt x="251545" y="925040"/>
                </a:lnTo>
                <a:lnTo>
                  <a:pt x="197054" y="954633"/>
                </a:lnTo>
                <a:lnTo>
                  <a:pt x="151563" y="930078"/>
                </a:lnTo>
                <a:lnTo>
                  <a:pt x="118942" y="944757"/>
                </a:lnTo>
                <a:lnTo>
                  <a:pt x="54022" y="939122"/>
                </a:lnTo>
                <a:lnTo>
                  <a:pt x="0" y="92599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25888" y="5429489"/>
            <a:ext cx="1116920" cy="81859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87702" y="6400800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1.04 in
51 chars, 8 words at 11 pt</a:t>
            </a:r>
          </a:p>
        </p:txBody>
      </p:sp>
      <p:sp>
        <p:nvSpPr>
          <p:cNvPr id="51" name="torn 0.5"/>
          <p:cNvSpPr/>
          <p:nvPr/>
        </p:nvSpPr>
        <p:spPr>
          <a:xfrm>
            <a:off x="3609594" y="5682996"/>
            <a:ext cx="828675" cy="662940"/>
          </a:xfrm>
          <a:custGeom>
            <a:avLst/>
            <a:gdLst>
              <a:gd name="txL" fmla="*/ w 3200 100000"/>
              <a:gd name="txT" fmla="*/ h 4000 100000"/>
              <a:gd name="txR" fmla="*/ w 96800 100000"/>
              <a:gd name="txB" fmla="*/ h 89750 100000"/>
            </a:gdLst>
            <a:ahLst/>
            <a:cxnLst/>
            <a:rect l="txL" t="txT" r="txR" b="txB"/>
            <a:pathLst>
              <a:path w="828675" h="662940">
                <a:moveTo>
                  <a:pt x="0" y="0"/>
                </a:moveTo>
                <a:lnTo>
                  <a:pt x="828675" y="0"/>
                </a:lnTo>
                <a:lnTo>
                  <a:pt x="828675" y="662940"/>
                </a:lnTo>
                <a:lnTo>
                  <a:pt x="787619" y="647929"/>
                </a:lnTo>
                <a:lnTo>
                  <a:pt x="764429" y="641638"/>
                </a:lnTo>
                <a:lnTo>
                  <a:pt x="736011" y="630704"/>
                </a:lnTo>
                <a:lnTo>
                  <a:pt x="711231" y="634184"/>
                </a:lnTo>
                <a:lnTo>
                  <a:pt x="676425" y="623164"/>
                </a:lnTo>
                <a:lnTo>
                  <a:pt x="644436" y="638365"/>
                </a:lnTo>
                <a:lnTo>
                  <a:pt x="603457" y="636913"/>
                </a:lnTo>
                <a:lnTo>
                  <a:pt x="580568" y="634770"/>
                </a:lnTo>
                <a:lnTo>
                  <a:pt x="531464" y="644911"/>
                </a:lnTo>
                <a:lnTo>
                  <a:pt x="485245" y="658291"/>
                </a:lnTo>
                <a:lnTo>
                  <a:pt x="445197" y="642311"/>
                </a:lnTo>
                <a:lnTo>
                  <a:pt x="406789" y="645350"/>
                </a:lnTo>
                <a:lnTo>
                  <a:pt x="389262" y="642904"/>
                </a:lnTo>
                <a:lnTo>
                  <a:pt x="353472" y="626456"/>
                </a:lnTo>
                <a:lnTo>
                  <a:pt x="304947" y="632418"/>
                </a:lnTo>
                <a:lnTo>
                  <a:pt x="260048" y="640139"/>
                </a:lnTo>
                <a:lnTo>
                  <a:pt x="217307" y="640862"/>
                </a:lnTo>
                <a:lnTo>
                  <a:pt x="202883" y="639820"/>
                </a:lnTo>
                <a:lnTo>
                  <a:pt x="174684" y="642389"/>
                </a:lnTo>
                <a:lnTo>
                  <a:pt x="136843" y="662940"/>
                </a:lnTo>
                <a:lnTo>
                  <a:pt x="105252" y="645888"/>
                </a:lnTo>
                <a:lnTo>
                  <a:pt x="82598" y="656082"/>
                </a:lnTo>
                <a:lnTo>
                  <a:pt x="37515" y="652169"/>
                </a:lnTo>
                <a:lnTo>
                  <a:pt x="0" y="64305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36112" y="5709514"/>
            <a:ext cx="775639" cy="56847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 quarter…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9594" y="6400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0.91 x 0.72 in
44 chars, 7 words at 9 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819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torn paper, top and bottom</a:t>
            </a:r>
          </a:p>
        </p:txBody>
      </p:sp>
      <p:sp>
        <p:nvSpPr>
          <p:cNvPr id="55" name="torn 1.0"/>
          <p:cNvSpPr/>
          <p:nvPr/>
        </p:nvSpPr>
        <p:spPr>
          <a:xfrm>
            <a:off x="6108192" y="5094652"/>
            <a:ext cx="2377440" cy="1251284"/>
          </a:xfrm>
          <a:custGeom>
            <a:avLst/>
            <a:gdLst>
              <a:gd name="txL" fmla="*/ w 2105 100000"/>
              <a:gd name="txT" fmla="*/ h 10650 100000"/>
              <a:gd name="txR" fmla="*/ w 97895 100000"/>
              <a:gd name="txB" fmla="*/ h 89100 100000"/>
            </a:gdLst>
            <a:ahLst/>
            <a:cxnLst/>
            <a:rect l="txL" t="txT" r="txR" b="txB"/>
            <a:pathLst>
              <a:path w="2377440" h="1251284">
                <a:moveTo>
                  <a:pt x="0" y="0"/>
                </a:moveTo>
                <a:lnTo>
                  <a:pt x="63050" y="52284"/>
                </a:lnTo>
                <a:lnTo>
                  <a:pt x="130134" y="58961"/>
                </a:lnTo>
                <a:lnTo>
                  <a:pt x="160838" y="31008"/>
                </a:lnTo>
                <a:lnTo>
                  <a:pt x="243703" y="32090"/>
                </a:lnTo>
                <a:lnTo>
                  <a:pt x="285813" y="57329"/>
                </a:lnTo>
                <a:lnTo>
                  <a:pt x="343865" y="43769"/>
                </a:lnTo>
                <a:lnTo>
                  <a:pt x="402329" y="29476"/>
                </a:lnTo>
                <a:lnTo>
                  <a:pt x="438783" y="26249"/>
                </a:lnTo>
                <a:lnTo>
                  <a:pt x="523713" y="17684"/>
                </a:lnTo>
                <a:lnTo>
                  <a:pt x="600076" y="24578"/>
                </a:lnTo>
                <a:lnTo>
                  <a:pt x="630680" y="29621"/>
                </a:lnTo>
                <a:lnTo>
                  <a:pt x="696897" y="15868"/>
                </a:lnTo>
                <a:lnTo>
                  <a:pt x="725269" y="42032"/>
                </a:lnTo>
                <a:lnTo>
                  <a:pt x="783490" y="42674"/>
                </a:lnTo>
                <a:lnTo>
                  <a:pt x="869148" y="52923"/>
                </a:lnTo>
                <a:lnTo>
                  <a:pt x="957662" y="48803"/>
                </a:lnTo>
                <a:lnTo>
                  <a:pt x="1038056" y="55554"/>
                </a:lnTo>
                <a:lnTo>
                  <a:pt x="1127550" y="73480"/>
                </a:lnTo>
                <a:lnTo>
                  <a:pt x="1160412" y="41378"/>
                </a:lnTo>
                <a:lnTo>
                  <a:pt x="1201351" y="72882"/>
                </a:lnTo>
                <a:lnTo>
                  <a:pt x="1257099" y="53697"/>
                </a:lnTo>
                <a:lnTo>
                  <a:pt x="1303716" y="43504"/>
                </a:lnTo>
                <a:lnTo>
                  <a:pt x="1356066" y="30657"/>
                </a:lnTo>
                <a:lnTo>
                  <a:pt x="1421876" y="32426"/>
                </a:lnTo>
                <a:lnTo>
                  <a:pt x="1509249" y="28149"/>
                </a:lnTo>
                <a:lnTo>
                  <a:pt x="1598294" y="31369"/>
                </a:lnTo>
                <a:lnTo>
                  <a:pt x="1691532" y="25537"/>
                </a:lnTo>
                <a:lnTo>
                  <a:pt x="1728829" y="35733"/>
                </a:lnTo>
                <a:lnTo>
                  <a:pt x="1820286" y="46438"/>
                </a:lnTo>
                <a:lnTo>
                  <a:pt x="1885017" y="46356"/>
                </a:lnTo>
                <a:lnTo>
                  <a:pt x="1925559" y="56178"/>
                </a:lnTo>
                <a:lnTo>
                  <a:pt x="1990590" y="40864"/>
                </a:lnTo>
                <a:lnTo>
                  <a:pt x="2021155" y="67219"/>
                </a:lnTo>
                <a:lnTo>
                  <a:pt x="2114312" y="41041"/>
                </a:lnTo>
                <a:lnTo>
                  <a:pt x="2194685" y="54223"/>
                </a:lnTo>
                <a:lnTo>
                  <a:pt x="2231149" y="47850"/>
                </a:lnTo>
                <a:lnTo>
                  <a:pt x="2309373" y="65651"/>
                </a:lnTo>
                <a:lnTo>
                  <a:pt x="2338635" y="51939"/>
                </a:lnTo>
                <a:lnTo>
                  <a:pt x="2377440" y="37539"/>
                </a:lnTo>
                <a:lnTo>
                  <a:pt x="2377440" y="1251284"/>
                </a:lnTo>
                <a:lnTo>
                  <a:pt x="2328801" y="1218958"/>
                </a:lnTo>
                <a:lnTo>
                  <a:pt x="2236263" y="1230497"/>
                </a:lnTo>
                <a:lnTo>
                  <a:pt x="2142517" y="1229585"/>
                </a:lnTo>
                <a:lnTo>
                  <a:pt x="2111039" y="1213896"/>
                </a:lnTo>
                <a:lnTo>
                  <a:pt x="2082642" y="1227035"/>
                </a:lnTo>
                <a:lnTo>
                  <a:pt x="2028801" y="1203406"/>
                </a:lnTo>
                <a:lnTo>
                  <a:pt x="1991970" y="1222658"/>
                </a:lnTo>
                <a:lnTo>
                  <a:pt x="1907058" y="1203819"/>
                </a:lnTo>
                <a:lnTo>
                  <a:pt x="1816005" y="1176364"/>
                </a:lnTo>
                <a:lnTo>
                  <a:pt x="1764201" y="1195074"/>
                </a:lnTo>
                <a:lnTo>
                  <a:pt x="1702783" y="1190724"/>
                </a:lnTo>
                <a:lnTo>
                  <a:pt x="1636258" y="1200172"/>
                </a:lnTo>
                <a:lnTo>
                  <a:pt x="1568080" y="1192257"/>
                </a:lnTo>
                <a:lnTo>
                  <a:pt x="1507544" y="1220726"/>
                </a:lnTo>
                <a:lnTo>
                  <a:pt x="1432596" y="1237105"/>
                </a:lnTo>
                <a:lnTo>
                  <a:pt x="1385974" y="1210641"/>
                </a:lnTo>
                <a:lnTo>
                  <a:pt x="1324485" y="1231844"/>
                </a:lnTo>
                <a:lnTo>
                  <a:pt x="1297434" y="1238067"/>
                </a:lnTo>
                <a:lnTo>
                  <a:pt x="1231969" y="1251284"/>
                </a:lnTo>
                <a:lnTo>
                  <a:pt x="1164083" y="1225092"/>
                </a:lnTo>
                <a:lnTo>
                  <a:pt x="1133747" y="1222787"/>
                </a:lnTo>
                <a:lnTo>
                  <a:pt x="1075965" y="1214698"/>
                </a:lnTo>
                <a:lnTo>
                  <a:pt x="1025865" y="1207602"/>
                </a:lnTo>
                <a:lnTo>
                  <a:pt x="949720" y="1226610"/>
                </a:lnTo>
                <a:lnTo>
                  <a:pt x="919350" y="1196196"/>
                </a:lnTo>
                <a:lnTo>
                  <a:pt x="827983" y="1205812"/>
                </a:lnTo>
                <a:lnTo>
                  <a:pt x="770873" y="1189267"/>
                </a:lnTo>
                <a:lnTo>
                  <a:pt x="722972" y="1198433"/>
                </a:lnTo>
                <a:lnTo>
                  <a:pt x="675568" y="1199564"/>
                </a:lnTo>
                <a:lnTo>
                  <a:pt x="609046" y="1206789"/>
                </a:lnTo>
                <a:lnTo>
                  <a:pt x="557284" y="1192348"/>
                </a:lnTo>
                <a:lnTo>
                  <a:pt x="529188" y="1203892"/>
                </a:lnTo>
                <a:lnTo>
                  <a:pt x="453236" y="1223834"/>
                </a:lnTo>
                <a:lnTo>
                  <a:pt x="411922" y="1208400"/>
                </a:lnTo>
                <a:lnTo>
                  <a:pt x="369517" y="1238499"/>
                </a:lnTo>
                <a:lnTo>
                  <a:pt x="313831" y="1222363"/>
                </a:lnTo>
                <a:lnTo>
                  <a:pt x="280673" y="1240022"/>
                </a:lnTo>
                <a:lnTo>
                  <a:pt x="231845" y="1220714"/>
                </a:lnTo>
                <a:lnTo>
                  <a:pt x="175943" y="1219802"/>
                </a:lnTo>
                <a:lnTo>
                  <a:pt x="138228" y="1239962"/>
                </a:lnTo>
                <a:lnTo>
                  <a:pt x="68015" y="1212520"/>
                </a:lnTo>
                <a:lnTo>
                  <a:pt x="0" y="121374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58244" y="5227914"/>
            <a:ext cx="2277336" cy="98163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 while every lost client got a call and…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08192" y="6400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2.60 x 1.37 in
81 chars, 13 words at 14 pt</a:t>
            </a:r>
          </a:p>
        </p:txBody>
      </p:sp>
      <p:sp>
        <p:nvSpPr>
          <p:cNvPr id="58" name="torn 0.72"/>
          <p:cNvSpPr/>
          <p:nvPr/>
        </p:nvSpPr>
        <p:spPr>
          <a:xfrm>
            <a:off x="8714232" y="5445012"/>
            <a:ext cx="1711756" cy="900924"/>
          </a:xfrm>
          <a:custGeom>
            <a:avLst/>
            <a:gdLst>
              <a:gd name="txL" fmla="*/ w 2105 100000"/>
              <a:gd name="txT" fmla="*/ h 10650 100000"/>
              <a:gd name="txR" fmla="*/ w 97895 100000"/>
              <a:gd name="txB" fmla="*/ h 89100 100000"/>
            </a:gdLst>
            <a:ahLst/>
            <a:cxnLst/>
            <a:rect l="txL" t="txT" r="txR" b="txB"/>
            <a:pathLst>
              <a:path w="1711756" h="900924">
                <a:moveTo>
                  <a:pt x="0" y="0"/>
                </a:moveTo>
                <a:lnTo>
                  <a:pt x="45396" y="37645"/>
                </a:lnTo>
                <a:lnTo>
                  <a:pt x="93696" y="42452"/>
                </a:lnTo>
                <a:lnTo>
                  <a:pt x="115804" y="22326"/>
                </a:lnTo>
                <a:lnTo>
                  <a:pt x="175466" y="23105"/>
                </a:lnTo>
                <a:lnTo>
                  <a:pt x="205785" y="41277"/>
                </a:lnTo>
                <a:lnTo>
                  <a:pt x="247583" y="31514"/>
                </a:lnTo>
                <a:lnTo>
                  <a:pt x="289677" y="21223"/>
                </a:lnTo>
                <a:lnTo>
                  <a:pt x="315924" y="18899"/>
                </a:lnTo>
                <a:lnTo>
                  <a:pt x="377074" y="12733"/>
                </a:lnTo>
                <a:lnTo>
                  <a:pt x="432055" y="17696"/>
                </a:lnTo>
                <a:lnTo>
                  <a:pt x="454089" y="21327"/>
                </a:lnTo>
                <a:lnTo>
                  <a:pt x="501766" y="11425"/>
                </a:lnTo>
                <a:lnTo>
                  <a:pt x="522194" y="30263"/>
                </a:lnTo>
                <a:lnTo>
                  <a:pt x="564112" y="30726"/>
                </a:lnTo>
                <a:lnTo>
                  <a:pt x="625786" y="38104"/>
                </a:lnTo>
                <a:lnTo>
                  <a:pt x="689517" y="35138"/>
                </a:lnTo>
                <a:lnTo>
                  <a:pt x="747400" y="39999"/>
                </a:lnTo>
                <a:lnTo>
                  <a:pt x="811836" y="52906"/>
                </a:lnTo>
                <a:lnTo>
                  <a:pt x="835496" y="29792"/>
                </a:lnTo>
                <a:lnTo>
                  <a:pt x="864972" y="52475"/>
                </a:lnTo>
                <a:lnTo>
                  <a:pt x="905111" y="38662"/>
                </a:lnTo>
                <a:lnTo>
                  <a:pt x="938675" y="31323"/>
                </a:lnTo>
                <a:lnTo>
                  <a:pt x="976367" y="22073"/>
                </a:lnTo>
                <a:lnTo>
                  <a:pt x="1023750" y="23347"/>
                </a:lnTo>
                <a:lnTo>
                  <a:pt x="1086659" y="20268"/>
                </a:lnTo>
                <a:lnTo>
                  <a:pt x="1150771" y="22586"/>
                </a:lnTo>
                <a:lnTo>
                  <a:pt x="1217902" y="18387"/>
                </a:lnTo>
                <a:lnTo>
                  <a:pt x="1244756" y="25728"/>
                </a:lnTo>
                <a:lnTo>
                  <a:pt x="1310605" y="33435"/>
                </a:lnTo>
                <a:lnTo>
                  <a:pt x="1357211" y="33376"/>
                </a:lnTo>
                <a:lnTo>
                  <a:pt x="1386402" y="40448"/>
                </a:lnTo>
                <a:lnTo>
                  <a:pt x="1433224" y="29422"/>
                </a:lnTo>
                <a:lnTo>
                  <a:pt x="1455231" y="48397"/>
                </a:lnTo>
                <a:lnTo>
                  <a:pt x="1522304" y="29549"/>
                </a:lnTo>
                <a:lnTo>
                  <a:pt x="1580172" y="39041"/>
                </a:lnTo>
                <a:lnTo>
                  <a:pt x="1606426" y="34452"/>
                </a:lnTo>
                <a:lnTo>
                  <a:pt x="1662747" y="47269"/>
                </a:lnTo>
                <a:lnTo>
                  <a:pt x="1683817" y="37396"/>
                </a:lnTo>
                <a:lnTo>
                  <a:pt x="1711756" y="27028"/>
                </a:lnTo>
                <a:lnTo>
                  <a:pt x="1711756" y="900924"/>
                </a:lnTo>
                <a:lnTo>
                  <a:pt x="1676736" y="877650"/>
                </a:lnTo>
                <a:lnTo>
                  <a:pt x="1610108" y="885958"/>
                </a:lnTo>
                <a:lnTo>
                  <a:pt x="1542612" y="885301"/>
                </a:lnTo>
                <a:lnTo>
                  <a:pt x="1519948" y="874004"/>
                </a:lnTo>
                <a:lnTo>
                  <a:pt x="1499502" y="883464"/>
                </a:lnTo>
                <a:lnTo>
                  <a:pt x="1460736" y="866452"/>
                </a:lnTo>
                <a:lnTo>
                  <a:pt x="1434218" y="880313"/>
                </a:lnTo>
                <a:lnTo>
                  <a:pt x="1373081" y="866749"/>
                </a:lnTo>
                <a:lnTo>
                  <a:pt x="1307523" y="846982"/>
                </a:lnTo>
                <a:lnTo>
                  <a:pt x="1270224" y="860453"/>
                </a:lnTo>
                <a:lnTo>
                  <a:pt x="1226003" y="857321"/>
                </a:lnTo>
                <a:lnTo>
                  <a:pt x="1178106" y="864124"/>
                </a:lnTo>
                <a:lnTo>
                  <a:pt x="1129017" y="858425"/>
                </a:lnTo>
                <a:lnTo>
                  <a:pt x="1085431" y="878922"/>
                </a:lnTo>
                <a:lnTo>
                  <a:pt x="1031468" y="890715"/>
                </a:lnTo>
                <a:lnTo>
                  <a:pt x="997901" y="871661"/>
                </a:lnTo>
                <a:lnTo>
                  <a:pt x="953629" y="886927"/>
                </a:lnTo>
                <a:lnTo>
                  <a:pt x="934152" y="891407"/>
                </a:lnTo>
                <a:lnTo>
                  <a:pt x="887018" y="900924"/>
                </a:lnTo>
                <a:lnTo>
                  <a:pt x="838140" y="882066"/>
                </a:lnTo>
                <a:lnTo>
                  <a:pt x="816297" y="880406"/>
                </a:lnTo>
                <a:lnTo>
                  <a:pt x="774695" y="874582"/>
                </a:lnTo>
                <a:lnTo>
                  <a:pt x="738623" y="869473"/>
                </a:lnTo>
                <a:lnTo>
                  <a:pt x="683798" y="883159"/>
                </a:lnTo>
                <a:lnTo>
                  <a:pt x="661931" y="861260"/>
                </a:lnTo>
                <a:lnTo>
                  <a:pt x="596147" y="868184"/>
                </a:lnTo>
                <a:lnTo>
                  <a:pt x="555028" y="856272"/>
                </a:lnTo>
                <a:lnTo>
                  <a:pt x="520540" y="862872"/>
                </a:lnTo>
                <a:lnTo>
                  <a:pt x="486409" y="863686"/>
                </a:lnTo>
                <a:lnTo>
                  <a:pt x="438513" y="868887"/>
                </a:lnTo>
                <a:lnTo>
                  <a:pt x="401244" y="858490"/>
                </a:lnTo>
                <a:lnTo>
                  <a:pt x="381015" y="866802"/>
                </a:lnTo>
                <a:lnTo>
                  <a:pt x="326330" y="881160"/>
                </a:lnTo>
                <a:lnTo>
                  <a:pt x="296584" y="870048"/>
                </a:lnTo>
                <a:lnTo>
                  <a:pt x="266052" y="891719"/>
                </a:lnTo>
                <a:lnTo>
                  <a:pt x="225959" y="880101"/>
                </a:lnTo>
                <a:lnTo>
                  <a:pt x="202085" y="892815"/>
                </a:lnTo>
                <a:lnTo>
                  <a:pt x="166928" y="878913"/>
                </a:lnTo>
                <a:lnTo>
                  <a:pt x="126679" y="878257"/>
                </a:lnTo>
                <a:lnTo>
                  <a:pt x="99524" y="892772"/>
                </a:lnTo>
                <a:lnTo>
                  <a:pt x="48971" y="873014"/>
                </a:lnTo>
                <a:lnTo>
                  <a:pt x="0" y="87389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50269" y="5540961"/>
            <a:ext cx="1639682" cy="706774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 quarter while every lost client got a…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14232" y="6400800"/>
            <a:ext cx="17117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1.87 x 0.99 in
74 chars, 12 words at 11 pt</a:t>
            </a:r>
          </a:p>
        </p:txBody>
      </p:sp>
      <p:sp>
        <p:nvSpPr>
          <p:cNvPr id="61" name="torn 0.5"/>
          <p:cNvSpPr/>
          <p:nvPr/>
        </p:nvSpPr>
        <p:spPr>
          <a:xfrm>
            <a:off x="10654588" y="5720294"/>
            <a:ext cx="1188720" cy="625642"/>
          </a:xfrm>
          <a:custGeom>
            <a:avLst/>
            <a:gdLst>
              <a:gd name="txL" fmla="*/ w 2105 100000"/>
              <a:gd name="txT" fmla="*/ h 10650 100000"/>
              <a:gd name="txR" fmla="*/ w 97895 100000"/>
              <a:gd name="txB" fmla="*/ h 89100 100000"/>
            </a:gdLst>
            <a:ahLst/>
            <a:cxnLst/>
            <a:rect l="txL" t="txT" r="txR" b="txB"/>
            <a:pathLst>
              <a:path w="1188720" h="625642">
                <a:moveTo>
                  <a:pt x="0" y="0"/>
                </a:moveTo>
                <a:lnTo>
                  <a:pt x="31525" y="26142"/>
                </a:lnTo>
                <a:lnTo>
                  <a:pt x="65067" y="29480"/>
                </a:lnTo>
                <a:lnTo>
                  <a:pt x="80419" y="15504"/>
                </a:lnTo>
                <a:lnTo>
                  <a:pt x="121851" y="16045"/>
                </a:lnTo>
                <a:lnTo>
                  <a:pt x="142907" y="28665"/>
                </a:lnTo>
                <a:lnTo>
                  <a:pt x="171933" y="21885"/>
                </a:lnTo>
                <a:lnTo>
                  <a:pt x="201165" y="14738"/>
                </a:lnTo>
                <a:lnTo>
                  <a:pt x="219392" y="13125"/>
                </a:lnTo>
                <a:lnTo>
                  <a:pt x="261857" y="8842"/>
                </a:lnTo>
                <a:lnTo>
                  <a:pt x="300038" y="12289"/>
                </a:lnTo>
                <a:lnTo>
                  <a:pt x="315340" y="14811"/>
                </a:lnTo>
                <a:lnTo>
                  <a:pt x="348449" y="7934"/>
                </a:lnTo>
                <a:lnTo>
                  <a:pt x="362635" y="21016"/>
                </a:lnTo>
                <a:lnTo>
                  <a:pt x="391745" y="21337"/>
                </a:lnTo>
                <a:lnTo>
                  <a:pt x="434574" y="26461"/>
                </a:lnTo>
                <a:lnTo>
                  <a:pt x="478831" y="24402"/>
                </a:lnTo>
                <a:lnTo>
                  <a:pt x="519028" y="27777"/>
                </a:lnTo>
                <a:lnTo>
                  <a:pt x="563775" y="36740"/>
                </a:lnTo>
                <a:lnTo>
                  <a:pt x="580206" y="20689"/>
                </a:lnTo>
                <a:lnTo>
                  <a:pt x="600675" y="36441"/>
                </a:lnTo>
                <a:lnTo>
                  <a:pt x="628549" y="26848"/>
                </a:lnTo>
                <a:lnTo>
                  <a:pt x="651858" y="21752"/>
                </a:lnTo>
                <a:lnTo>
                  <a:pt x="678033" y="15328"/>
                </a:lnTo>
                <a:lnTo>
                  <a:pt x="710938" y="16213"/>
                </a:lnTo>
                <a:lnTo>
                  <a:pt x="754625" y="14075"/>
                </a:lnTo>
                <a:lnTo>
                  <a:pt x="799147" y="15685"/>
                </a:lnTo>
                <a:lnTo>
                  <a:pt x="845766" y="12769"/>
                </a:lnTo>
                <a:lnTo>
                  <a:pt x="864415" y="17866"/>
                </a:lnTo>
                <a:lnTo>
                  <a:pt x="910143" y="23219"/>
                </a:lnTo>
                <a:lnTo>
                  <a:pt x="942508" y="23178"/>
                </a:lnTo>
                <a:lnTo>
                  <a:pt x="962780" y="28089"/>
                </a:lnTo>
                <a:lnTo>
                  <a:pt x="995295" y="20432"/>
                </a:lnTo>
                <a:lnTo>
                  <a:pt x="1010577" y="33609"/>
                </a:lnTo>
                <a:lnTo>
                  <a:pt x="1057156" y="20520"/>
                </a:lnTo>
                <a:lnTo>
                  <a:pt x="1097342" y="27112"/>
                </a:lnTo>
                <a:lnTo>
                  <a:pt x="1115574" y="23925"/>
                </a:lnTo>
                <a:lnTo>
                  <a:pt x="1154686" y="32826"/>
                </a:lnTo>
                <a:lnTo>
                  <a:pt x="1169318" y="25969"/>
                </a:lnTo>
                <a:lnTo>
                  <a:pt x="1188720" y="18769"/>
                </a:lnTo>
                <a:lnTo>
                  <a:pt x="1188720" y="625642"/>
                </a:lnTo>
                <a:lnTo>
                  <a:pt x="1164400" y="609479"/>
                </a:lnTo>
                <a:lnTo>
                  <a:pt x="1118131" y="615249"/>
                </a:lnTo>
                <a:lnTo>
                  <a:pt x="1071259" y="614793"/>
                </a:lnTo>
                <a:lnTo>
                  <a:pt x="1055520" y="606948"/>
                </a:lnTo>
                <a:lnTo>
                  <a:pt x="1041321" y="613517"/>
                </a:lnTo>
                <a:lnTo>
                  <a:pt x="1014401" y="601703"/>
                </a:lnTo>
                <a:lnTo>
                  <a:pt x="995985" y="611329"/>
                </a:lnTo>
                <a:lnTo>
                  <a:pt x="953529" y="601909"/>
                </a:lnTo>
                <a:lnTo>
                  <a:pt x="908002" y="588182"/>
                </a:lnTo>
                <a:lnTo>
                  <a:pt x="882101" y="597537"/>
                </a:lnTo>
                <a:lnTo>
                  <a:pt x="851392" y="595362"/>
                </a:lnTo>
                <a:lnTo>
                  <a:pt x="818129" y="600086"/>
                </a:lnTo>
                <a:lnTo>
                  <a:pt x="784040" y="596129"/>
                </a:lnTo>
                <a:lnTo>
                  <a:pt x="753772" y="610363"/>
                </a:lnTo>
                <a:lnTo>
                  <a:pt x="716298" y="618553"/>
                </a:lnTo>
                <a:lnTo>
                  <a:pt x="692987" y="605320"/>
                </a:lnTo>
                <a:lnTo>
                  <a:pt x="662243" y="615922"/>
                </a:lnTo>
                <a:lnTo>
                  <a:pt x="648717" y="619033"/>
                </a:lnTo>
                <a:lnTo>
                  <a:pt x="615985" y="625642"/>
                </a:lnTo>
                <a:lnTo>
                  <a:pt x="582042" y="612546"/>
                </a:lnTo>
                <a:lnTo>
                  <a:pt x="566873" y="611394"/>
                </a:lnTo>
                <a:lnTo>
                  <a:pt x="537983" y="607349"/>
                </a:lnTo>
                <a:lnTo>
                  <a:pt x="512933" y="603801"/>
                </a:lnTo>
                <a:lnTo>
                  <a:pt x="474860" y="613305"/>
                </a:lnTo>
                <a:lnTo>
                  <a:pt x="459675" y="598098"/>
                </a:lnTo>
                <a:lnTo>
                  <a:pt x="413991" y="602906"/>
                </a:lnTo>
                <a:lnTo>
                  <a:pt x="385437" y="594633"/>
                </a:lnTo>
                <a:lnTo>
                  <a:pt x="361486" y="599217"/>
                </a:lnTo>
                <a:lnTo>
                  <a:pt x="337784" y="599782"/>
                </a:lnTo>
                <a:lnTo>
                  <a:pt x="304523" y="603394"/>
                </a:lnTo>
                <a:lnTo>
                  <a:pt x="278642" y="596174"/>
                </a:lnTo>
                <a:lnTo>
                  <a:pt x="264594" y="601946"/>
                </a:lnTo>
                <a:lnTo>
                  <a:pt x="226618" y="611917"/>
                </a:lnTo>
                <a:lnTo>
                  <a:pt x="205961" y="604200"/>
                </a:lnTo>
                <a:lnTo>
                  <a:pt x="184758" y="619250"/>
                </a:lnTo>
                <a:lnTo>
                  <a:pt x="156916" y="611182"/>
                </a:lnTo>
                <a:lnTo>
                  <a:pt x="140337" y="620011"/>
                </a:lnTo>
                <a:lnTo>
                  <a:pt x="115922" y="610357"/>
                </a:lnTo>
                <a:lnTo>
                  <a:pt x="87972" y="609901"/>
                </a:lnTo>
                <a:lnTo>
                  <a:pt x="69114" y="619981"/>
                </a:lnTo>
                <a:lnTo>
                  <a:pt x="34007" y="606260"/>
                </a:lnTo>
                <a:lnTo>
                  <a:pt x="0" y="60687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679614" y="5786925"/>
            <a:ext cx="1138668" cy="490816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 grey quarter while…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54588" y="6400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1.30 x 0.68 in
48 chars, 8 words at 9 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5/6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hexagon</a:t>
            </a:r>
          </a:p>
        </p:txBody>
      </p:sp>
      <p:sp>
        <p:nvSpPr>
          <p:cNvPr id="5" name="polygon 1.0"/>
          <p:cNvSpPr/>
          <p:nvPr/>
        </p:nvSpPr>
        <p:spPr>
          <a:xfrm>
            <a:off x="301752" y="960120"/>
            <a:ext cx="1477185" cy="1325880"/>
          </a:xfrm>
          <a:custGeom>
            <a:avLst/>
            <a:gdLst>
              <a:gd name="txL" fmla="*/ w 22090 100000"/>
              <a:gd name="txT" fmla="*/ h 14584 100000"/>
              <a:gd name="txR" fmla="*/ w 77910 100000"/>
              <a:gd name="txB" fmla="*/ h 84572 100000"/>
            </a:gdLst>
            <a:ahLst/>
            <a:cxnLst/>
            <a:rect l="txL" t="txT" r="txR" b="txB"/>
            <a:pathLst>
              <a:path w="1477185" h="1325880">
                <a:moveTo>
                  <a:pt x="447704" y="1325880"/>
                </a:moveTo>
                <a:cubicBezTo>
                  <a:pt x="396970" y="1325880"/>
                  <a:pt x="335281" y="1290264"/>
                  <a:pt x="309914" y="1246327"/>
                </a:cubicBezTo>
                <a:lnTo>
                  <a:pt x="19025" y="742493"/>
                </a:lnTo>
                <a:cubicBezTo>
                  <a:pt x="-6342" y="698556"/>
                  <a:pt x="-6342" y="627324"/>
                  <a:pt x="19025" y="583387"/>
                </a:cubicBezTo>
                <a:lnTo>
                  <a:pt x="309914" y="79553"/>
                </a:lnTo>
                <a:cubicBezTo>
                  <a:pt x="335281" y="35616"/>
                  <a:pt x="396970" y="0"/>
                  <a:pt x="447704" y="0"/>
                </a:cubicBezTo>
                <a:lnTo>
                  <a:pt x="1029481" y="0"/>
                </a:lnTo>
                <a:cubicBezTo>
                  <a:pt x="1080215" y="0"/>
                  <a:pt x="1141904" y="35616"/>
                  <a:pt x="1167271" y="79553"/>
                </a:cubicBezTo>
                <a:lnTo>
                  <a:pt x="1458160" y="583387"/>
                </a:lnTo>
                <a:cubicBezTo>
                  <a:pt x="1483527" y="627324"/>
                  <a:pt x="1483527" y="698556"/>
                  <a:pt x="1458160" y="742493"/>
                </a:cubicBezTo>
                <a:lnTo>
                  <a:pt x="1167271" y="1246327"/>
                </a:lnTo>
                <a:cubicBezTo>
                  <a:pt x="1141904" y="1290264"/>
                  <a:pt x="1080215" y="1325880"/>
                  <a:pt x="1029481" y="13258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8067" y="1153488"/>
            <a:ext cx="824555" cy="92795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147718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1.62 x 1.45 in
27 chars, 4 words at 14 pt</a:t>
            </a:r>
          </a:p>
        </p:txBody>
      </p:sp>
      <p:sp>
        <p:nvSpPr>
          <p:cNvPr id="8" name="polygon 0.72"/>
          <p:cNvSpPr/>
          <p:nvPr/>
        </p:nvSpPr>
        <p:spPr>
          <a:xfrm>
            <a:off x="2007537" y="1331367"/>
            <a:ext cx="1063573" cy="954633"/>
          </a:xfrm>
          <a:custGeom>
            <a:avLst/>
            <a:gdLst>
              <a:gd name="txL" fmla="*/ w 22090 100000"/>
              <a:gd name="txT" fmla="*/ h 14584 100000"/>
              <a:gd name="txR" fmla="*/ w 77910 100000"/>
              <a:gd name="txB" fmla="*/ h 84572 100000"/>
            </a:gdLst>
            <a:ahLst/>
            <a:cxnLst/>
            <a:rect l="txL" t="txT" r="txR" b="txB"/>
            <a:pathLst>
              <a:path w="1063573" h="954633">
                <a:moveTo>
                  <a:pt x="322347" y="954633"/>
                </a:moveTo>
                <a:cubicBezTo>
                  <a:pt x="285818" y="954633"/>
                  <a:pt x="241402" y="928990"/>
                  <a:pt x="223138" y="897355"/>
                </a:cubicBezTo>
                <a:lnTo>
                  <a:pt x="13698" y="534594"/>
                </a:lnTo>
                <a:cubicBezTo>
                  <a:pt x="-4566" y="502960"/>
                  <a:pt x="-4566" y="451673"/>
                  <a:pt x="13698" y="420039"/>
                </a:cubicBezTo>
                <a:lnTo>
                  <a:pt x="223138" y="57278"/>
                </a:lnTo>
                <a:cubicBezTo>
                  <a:pt x="241402" y="25643"/>
                  <a:pt x="285818" y="0"/>
                  <a:pt x="322347" y="0"/>
                </a:cubicBezTo>
                <a:lnTo>
                  <a:pt x="741226" y="0"/>
                </a:lnTo>
                <a:cubicBezTo>
                  <a:pt x="777755" y="0"/>
                  <a:pt x="822171" y="25643"/>
                  <a:pt x="840435" y="57278"/>
                </a:cubicBezTo>
                <a:lnTo>
                  <a:pt x="1049875" y="420039"/>
                </a:lnTo>
                <a:cubicBezTo>
                  <a:pt x="1068139" y="451673"/>
                  <a:pt x="1068139" y="502960"/>
                  <a:pt x="1049875" y="534594"/>
                </a:cubicBezTo>
                <a:lnTo>
                  <a:pt x="840435" y="897355"/>
                </a:lnTo>
                <a:cubicBezTo>
                  <a:pt x="822171" y="928990"/>
                  <a:pt x="777755" y="954633"/>
                  <a:pt x="741226" y="95463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2484" y="1470592"/>
            <a:ext cx="593679" cy="668130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7537" y="2340864"/>
            <a:ext cx="106357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1.16 x 1.04 in
20 chars, 3 words at 11 pt</a:t>
            </a:r>
          </a:p>
        </p:txBody>
      </p:sp>
      <p:sp>
        <p:nvSpPr>
          <p:cNvPr id="11" name="polygon 0.5"/>
          <p:cNvSpPr/>
          <p:nvPr/>
        </p:nvSpPr>
        <p:spPr>
          <a:xfrm>
            <a:off x="3299710" y="1623060"/>
            <a:ext cx="738592" cy="662940"/>
          </a:xfrm>
          <a:custGeom>
            <a:avLst/>
            <a:gdLst>
              <a:gd name="txL" fmla="*/ w 22090 100000"/>
              <a:gd name="txT" fmla="*/ h 14584 100000"/>
              <a:gd name="txR" fmla="*/ w 77910 100000"/>
              <a:gd name="txB" fmla="*/ h 84572 100000"/>
            </a:gdLst>
            <a:ahLst/>
            <a:cxnLst/>
            <a:rect l="txL" t="txT" r="txR" b="txB"/>
            <a:pathLst>
              <a:path w="738592" h="662940">
                <a:moveTo>
                  <a:pt x="223852" y="662940"/>
                </a:moveTo>
                <a:cubicBezTo>
                  <a:pt x="198485" y="662940"/>
                  <a:pt x="167640" y="645132"/>
                  <a:pt x="154957" y="623164"/>
                </a:cubicBezTo>
                <a:lnTo>
                  <a:pt x="9513" y="371246"/>
                </a:lnTo>
                <a:cubicBezTo>
                  <a:pt x="-3171" y="349278"/>
                  <a:pt x="-3171" y="313662"/>
                  <a:pt x="9513" y="291694"/>
                </a:cubicBezTo>
                <a:lnTo>
                  <a:pt x="154957" y="39776"/>
                </a:lnTo>
                <a:cubicBezTo>
                  <a:pt x="167640" y="17808"/>
                  <a:pt x="198485" y="0"/>
                  <a:pt x="223852" y="0"/>
                </a:cubicBezTo>
                <a:lnTo>
                  <a:pt x="514740" y="0"/>
                </a:lnTo>
                <a:cubicBezTo>
                  <a:pt x="540107" y="0"/>
                  <a:pt x="570952" y="17808"/>
                  <a:pt x="583635" y="39776"/>
                </a:cubicBezTo>
                <a:lnTo>
                  <a:pt x="729079" y="291694"/>
                </a:lnTo>
                <a:cubicBezTo>
                  <a:pt x="741763" y="313662"/>
                  <a:pt x="741763" y="349278"/>
                  <a:pt x="729079" y="371246"/>
                </a:cubicBezTo>
                <a:lnTo>
                  <a:pt x="583635" y="623164"/>
                </a:lnTo>
                <a:cubicBezTo>
                  <a:pt x="570952" y="645132"/>
                  <a:pt x="540107" y="662940"/>
                  <a:pt x="514740" y="66294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2868" y="1719744"/>
            <a:ext cx="412276" cy="463979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9710" y="23408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0.81 x 0.72 in
15 chars, 2 words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pentagon</a:t>
            </a:r>
          </a:p>
        </p:txBody>
      </p:sp>
      <p:sp>
        <p:nvSpPr>
          <p:cNvPr id="15" name="polygon 1.0"/>
          <p:cNvSpPr/>
          <p:nvPr/>
        </p:nvSpPr>
        <p:spPr>
          <a:xfrm>
            <a:off x="6108192" y="960120"/>
            <a:ext cx="1379077" cy="1325880"/>
          </a:xfrm>
          <a:custGeom>
            <a:avLst/>
            <a:gdLst>
              <a:gd name="txL" fmla="*/ w 21346 100000"/>
              <a:gd name="txT" fmla="*/ h 26363 100000"/>
              <a:gd name="txR" fmla="*/ w 78654 100000"/>
              <a:gd name="txB" fmla="*/ h 91691 100000"/>
            </a:gdLst>
            <a:ahLst/>
            <a:cxnLst/>
            <a:rect l="txL" t="txT" r="txR" b="txB"/>
            <a:pathLst>
              <a:path w="1379077" h="1325880">
                <a:moveTo>
                  <a:pt x="353094" y="1325880"/>
                </a:moveTo>
                <a:cubicBezTo>
                  <a:pt x="294414" y="1325880"/>
                  <a:pt x="232149" y="1280642"/>
                  <a:pt x="214016" y="1224834"/>
                </a:cubicBezTo>
                <a:lnTo>
                  <a:pt x="6082" y="584878"/>
                </a:lnTo>
                <a:cubicBezTo>
                  <a:pt x="-12051" y="529071"/>
                  <a:pt x="11732" y="455874"/>
                  <a:pt x="59205" y="421383"/>
                </a:cubicBezTo>
                <a:lnTo>
                  <a:pt x="603584" y="25868"/>
                </a:lnTo>
                <a:cubicBezTo>
                  <a:pt x="651057" y="-8623"/>
                  <a:pt x="728020" y="-8623"/>
                  <a:pt x="775493" y="25868"/>
                </a:cubicBezTo>
                <a:lnTo>
                  <a:pt x="1319872" y="421383"/>
                </a:lnTo>
                <a:cubicBezTo>
                  <a:pt x="1367345" y="455874"/>
                  <a:pt x="1391128" y="529071"/>
                  <a:pt x="1372995" y="584878"/>
                </a:cubicBezTo>
                <a:lnTo>
                  <a:pt x="1165061" y="1224834"/>
                </a:lnTo>
                <a:cubicBezTo>
                  <a:pt x="1146928" y="1280642"/>
                  <a:pt x="1084663" y="1325880"/>
                  <a:pt x="1025983" y="13258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2566" y="1309657"/>
            <a:ext cx="790329" cy="86617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340864"/>
            <a:ext cx="137907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1.51 x 1.45 in
27 chars, 4 words at 14 pt</a:t>
            </a:r>
          </a:p>
        </p:txBody>
      </p:sp>
      <p:sp>
        <p:nvSpPr>
          <p:cNvPr id="18" name="polygon 0.72"/>
          <p:cNvSpPr/>
          <p:nvPr/>
        </p:nvSpPr>
        <p:spPr>
          <a:xfrm>
            <a:off x="7715869" y="1331367"/>
            <a:ext cx="992935" cy="954633"/>
          </a:xfrm>
          <a:custGeom>
            <a:avLst/>
            <a:gdLst>
              <a:gd name="txL" fmla="*/ w 21346 100000"/>
              <a:gd name="txT" fmla="*/ h 26363 100000"/>
              <a:gd name="txR" fmla="*/ w 78654 100000"/>
              <a:gd name="txB" fmla="*/ h 91691 100000"/>
            </a:gdLst>
            <a:ahLst/>
            <a:cxnLst/>
            <a:rect l="txL" t="txT" r="txR" b="txB"/>
            <a:pathLst>
              <a:path w="992935" h="954633">
                <a:moveTo>
                  <a:pt x="254227" y="954633"/>
                </a:moveTo>
                <a:cubicBezTo>
                  <a:pt x="211978" y="954633"/>
                  <a:pt x="167147" y="922062"/>
                  <a:pt x="154092" y="881880"/>
                </a:cubicBezTo>
                <a:lnTo>
                  <a:pt x="4379" y="421112"/>
                </a:lnTo>
                <a:cubicBezTo>
                  <a:pt x="-8677" y="380931"/>
                  <a:pt x="8447" y="328229"/>
                  <a:pt x="42628" y="303395"/>
                </a:cubicBezTo>
                <a:lnTo>
                  <a:pt x="434580" y="18625"/>
                </a:lnTo>
                <a:cubicBezTo>
                  <a:pt x="468761" y="-6208"/>
                  <a:pt x="524174" y="-6208"/>
                  <a:pt x="558355" y="18625"/>
                </a:cubicBezTo>
                <a:lnTo>
                  <a:pt x="950307" y="303395"/>
                </a:lnTo>
                <a:cubicBezTo>
                  <a:pt x="984488" y="328229"/>
                  <a:pt x="1001612" y="380931"/>
                  <a:pt x="988556" y="421112"/>
                </a:cubicBezTo>
                <a:lnTo>
                  <a:pt x="838843" y="881880"/>
                </a:lnTo>
                <a:cubicBezTo>
                  <a:pt x="825788" y="922062"/>
                  <a:pt x="780957" y="954633"/>
                  <a:pt x="738708" y="95463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18" y="1583034"/>
            <a:ext cx="569037" cy="62364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15869" y="2340864"/>
            <a:ext cx="9929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1.09 x 1.04 in
17 chars, 3 words at 11 pt</a:t>
            </a:r>
          </a:p>
        </p:txBody>
      </p:sp>
      <p:sp>
        <p:nvSpPr>
          <p:cNvPr id="21" name="polygon 0.5"/>
          <p:cNvSpPr/>
          <p:nvPr/>
        </p:nvSpPr>
        <p:spPr>
          <a:xfrm>
            <a:off x="8937404" y="1623060"/>
            <a:ext cx="689538" cy="662940"/>
          </a:xfrm>
          <a:custGeom>
            <a:avLst/>
            <a:gdLst>
              <a:gd name="txL" fmla="*/ w 21346 100000"/>
              <a:gd name="txT" fmla="*/ h 26363 100000"/>
              <a:gd name="txR" fmla="*/ w 78654 100000"/>
              <a:gd name="txB" fmla="*/ h 91691 100000"/>
            </a:gdLst>
            <a:ahLst/>
            <a:cxnLst/>
            <a:rect l="txL" t="txT" r="txR" b="txB"/>
            <a:pathLst>
              <a:path w="689538" h="662940">
                <a:moveTo>
                  <a:pt x="176547" y="662940"/>
                </a:moveTo>
                <a:cubicBezTo>
                  <a:pt x="147207" y="662940"/>
                  <a:pt x="116075" y="640321"/>
                  <a:pt x="107008" y="612417"/>
                </a:cubicBezTo>
                <a:lnTo>
                  <a:pt x="3041" y="292439"/>
                </a:lnTo>
                <a:cubicBezTo>
                  <a:pt x="-6025" y="264535"/>
                  <a:pt x="5866" y="227937"/>
                  <a:pt x="29602" y="210691"/>
                </a:cubicBezTo>
                <a:lnTo>
                  <a:pt x="301792" y="12934"/>
                </a:lnTo>
                <a:cubicBezTo>
                  <a:pt x="325528" y="-4311"/>
                  <a:pt x="364010" y="-4311"/>
                  <a:pt x="387746" y="12934"/>
                </a:cubicBezTo>
                <a:lnTo>
                  <a:pt x="659936" y="210691"/>
                </a:lnTo>
                <a:cubicBezTo>
                  <a:pt x="683672" y="227937"/>
                  <a:pt x="695563" y="264535"/>
                  <a:pt x="686497" y="292439"/>
                </a:cubicBezTo>
                <a:lnTo>
                  <a:pt x="582530" y="612417"/>
                </a:lnTo>
                <a:cubicBezTo>
                  <a:pt x="573463" y="640321"/>
                  <a:pt x="542331" y="662940"/>
                  <a:pt x="512991" y="66294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4591" y="1797829"/>
            <a:ext cx="395164" cy="433088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7404" y="23408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0.75 x 0.72 in
too small for this text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hand-drawn</a:t>
            </a:r>
          </a:p>
        </p:txBody>
      </p:sp>
      <p:sp>
        <p:nvSpPr>
          <p:cNvPr id="25" name="handdrawn 1.0"/>
          <p:cNvSpPr/>
          <p:nvPr/>
        </p:nvSpPr>
        <p:spPr>
          <a:xfrm>
            <a:off x="301752" y="2990088"/>
            <a:ext cx="2121408" cy="1325880"/>
          </a:xfrm>
          <a:custGeom>
            <a:avLst/>
            <a:gdLst>
              <a:gd name="txL" fmla="*/ w 11750 100000"/>
              <a:gd name="txT" fmla="*/ h 18000 100000"/>
              <a:gd name="txR" fmla="*/ w 89250 100000"/>
              <a:gd name="txB" fmla="*/ h 80400 100000"/>
            </a:gdLst>
            <a:ahLst/>
            <a:cxnLst/>
            <a:rect l="txL" t="txT" r="txR" b="txB"/>
            <a:pathLst>
              <a:path w="2121408" h="1325880">
                <a:moveTo>
                  <a:pt x="161730" y="155053"/>
                </a:moveTo>
                <a:cubicBezTo>
                  <a:pt x="863983" y="137911"/>
                  <a:pt x="1390606" y="137061"/>
                  <a:pt x="1980141" y="116517"/>
                </a:cubicBezTo>
                <a:cubicBezTo>
                  <a:pt x="2003599" y="482061"/>
                  <a:pt x="1959916" y="796902"/>
                  <a:pt x="1987145" y="1183405"/>
                </a:cubicBezTo>
                <a:cubicBezTo>
                  <a:pt x="1307374" y="1140940"/>
                  <a:pt x="641629" y="1131035"/>
                  <a:pt x="157048" y="1175558"/>
                </a:cubicBezTo>
                <a:cubicBezTo>
                  <a:pt x="140525" y="782757"/>
                  <a:pt x="182522" y="458655"/>
                  <a:pt x="161730" y="155053"/>
                </a:cubicBezTo>
                <a:close/>
              </a:path>
              <a:path w="2121408" h="1325880" fill="none">
                <a:moveTo>
                  <a:pt x="93296" y="194045"/>
                </a:moveTo>
                <a:cubicBezTo>
                  <a:pt x="658981" y="159002"/>
                  <a:pt x="1505647" y="139250"/>
                  <a:pt x="2050545" y="78949"/>
                </a:cubicBezTo>
                <a:moveTo>
                  <a:pt x="1939218" y="50732"/>
                </a:moveTo>
                <a:cubicBezTo>
                  <a:pt x="1978208" y="504337"/>
                  <a:pt x="1940498" y="810410"/>
                  <a:pt x="1940450" y="1244095"/>
                </a:cubicBezTo>
                <a:moveTo>
                  <a:pt x="2031842" y="1215458"/>
                </a:moveTo>
                <a:cubicBezTo>
                  <a:pt x="1521989" y="1188503"/>
                  <a:pt x="770709" y="1210712"/>
                  <a:pt x="85717" y="1201934"/>
                </a:cubicBezTo>
                <a:moveTo>
                  <a:pt x="117849" y="1237151"/>
                </a:moveTo>
                <a:cubicBezTo>
                  <a:pt x="150265" y="788478"/>
                  <a:pt x="135199" y="451293"/>
                  <a:pt x="138471" y="98933"/>
                </a:cubicBezTo>
              </a:path>
            </a:pathLst>
          </a:custGeom>
          <a:solidFill>
            <a:schemeClr val="accent1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018" y="3228747"/>
            <a:ext cx="1644090" cy="82734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 quarter…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4370832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2.32 x 1.45 in
43 chars, 7 words at 14 pt</a:t>
            </a:r>
          </a:p>
        </p:txBody>
      </p:sp>
      <p:sp>
        <p:nvSpPr>
          <p:cNvPr id="28" name="handdrawn 0.72"/>
          <p:cNvSpPr/>
          <p:nvPr/>
        </p:nvSpPr>
        <p:spPr>
          <a:xfrm>
            <a:off x="2651760" y="3361335"/>
            <a:ext cx="1527413" cy="954633"/>
          </a:xfrm>
          <a:custGeom>
            <a:avLst/>
            <a:gdLst>
              <a:gd name="txL" fmla="*/ w 11750 100000"/>
              <a:gd name="txT" fmla="*/ h 18000 100000"/>
              <a:gd name="txR" fmla="*/ w 89250 100000"/>
              <a:gd name="txB" fmla="*/ h 80400 100000"/>
            </a:gdLst>
            <a:ahLst/>
            <a:cxnLst/>
            <a:rect l="txL" t="txT" r="txR" b="txB"/>
            <a:pathLst>
              <a:path w="1527413" h="954633">
                <a:moveTo>
                  <a:pt x="116445" y="111638"/>
                </a:moveTo>
                <a:cubicBezTo>
                  <a:pt x="622067" y="99296"/>
                  <a:pt x="1001236" y="98684"/>
                  <a:pt x="1425701" y="83892"/>
                </a:cubicBezTo>
                <a:cubicBezTo>
                  <a:pt x="1442591" y="347084"/>
                  <a:pt x="1411139" y="573769"/>
                  <a:pt x="1430744" y="852051"/>
                </a:cubicBezTo>
                <a:cubicBezTo>
                  <a:pt x="941309" y="821476"/>
                  <a:pt x="461973" y="814345"/>
                  <a:pt x="113075" y="846401"/>
                </a:cubicBezTo>
                <a:cubicBezTo>
                  <a:pt x="101178" y="563585"/>
                  <a:pt x="131415" y="330232"/>
                  <a:pt x="116445" y="111638"/>
                </a:cubicBezTo>
                <a:close/>
              </a:path>
              <a:path w="1527413" h="954633" fill="none">
                <a:moveTo>
                  <a:pt x="67173" y="139713"/>
                </a:moveTo>
                <a:cubicBezTo>
                  <a:pt x="474466" y="114481"/>
                  <a:pt x="1084066" y="100260"/>
                  <a:pt x="1476392" y="56843"/>
                </a:cubicBezTo>
                <a:moveTo>
                  <a:pt x="1396236" y="36527"/>
                </a:moveTo>
                <a:cubicBezTo>
                  <a:pt x="1424309" y="363123"/>
                  <a:pt x="1397158" y="583495"/>
                  <a:pt x="1397123" y="895748"/>
                </a:cubicBezTo>
                <a:moveTo>
                  <a:pt x="1462925" y="875129"/>
                </a:moveTo>
                <a:cubicBezTo>
                  <a:pt x="1095832" y="855722"/>
                  <a:pt x="554910" y="871712"/>
                  <a:pt x="61716" y="865392"/>
                </a:cubicBezTo>
                <a:moveTo>
                  <a:pt x="84851" y="890748"/>
                </a:moveTo>
                <a:cubicBezTo>
                  <a:pt x="108191" y="567704"/>
                  <a:pt x="97343" y="324931"/>
                  <a:pt x="99699" y="71232"/>
                </a:cubicBezTo>
              </a:path>
            </a:pathLst>
          </a:custGeom>
          <a:solidFill>
            <a:schemeClr val="accent3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1232" y="3533169"/>
            <a:ext cx="1183744" cy="59569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 through a grey…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4370832"/>
            <a:ext cx="15274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1.67 x 1.04 in
40 chars, 6 words at 11 pt</a:t>
            </a:r>
          </a:p>
        </p:txBody>
      </p:sp>
      <p:sp>
        <p:nvSpPr>
          <p:cNvPr id="31" name="handdrawn 0.5"/>
          <p:cNvSpPr/>
          <p:nvPr/>
        </p:nvSpPr>
        <p:spPr>
          <a:xfrm>
            <a:off x="4407773" y="3653028"/>
            <a:ext cx="1060704" cy="662940"/>
          </a:xfrm>
          <a:custGeom>
            <a:avLst/>
            <a:gdLst>
              <a:gd name="txL" fmla="*/ w 11750 100000"/>
              <a:gd name="txT" fmla="*/ h 18000 100000"/>
              <a:gd name="txR" fmla="*/ w 89250 100000"/>
              <a:gd name="txB" fmla="*/ h 80400 100000"/>
            </a:gdLst>
            <a:ahLst/>
            <a:cxnLst/>
            <a:rect l="txL" t="txT" r="txR" b="txB"/>
            <a:pathLst>
              <a:path w="1060704" h="662940">
                <a:moveTo>
                  <a:pt x="80865" y="77526"/>
                </a:moveTo>
                <a:cubicBezTo>
                  <a:pt x="431992" y="68956"/>
                  <a:pt x="695303" y="68530"/>
                  <a:pt x="990070" y="58259"/>
                </a:cubicBezTo>
                <a:cubicBezTo>
                  <a:pt x="1001800" y="241030"/>
                  <a:pt x="979958" y="398451"/>
                  <a:pt x="993572" y="591703"/>
                </a:cubicBezTo>
                <a:cubicBezTo>
                  <a:pt x="653687" y="570470"/>
                  <a:pt x="320815" y="565518"/>
                  <a:pt x="78524" y="587779"/>
                </a:cubicBezTo>
                <a:cubicBezTo>
                  <a:pt x="70262" y="391379"/>
                  <a:pt x="91261" y="229328"/>
                  <a:pt x="80865" y="77526"/>
                </a:cubicBezTo>
                <a:close/>
              </a:path>
              <a:path w="1060704" h="662940" fill="none">
                <a:moveTo>
                  <a:pt x="46648" y="97023"/>
                </a:moveTo>
                <a:cubicBezTo>
                  <a:pt x="329491" y="79501"/>
                  <a:pt x="752824" y="69625"/>
                  <a:pt x="1025273" y="39475"/>
                </a:cubicBezTo>
                <a:moveTo>
                  <a:pt x="969609" y="25366"/>
                </a:moveTo>
                <a:cubicBezTo>
                  <a:pt x="989104" y="252169"/>
                  <a:pt x="970249" y="405205"/>
                  <a:pt x="970225" y="622047"/>
                </a:cubicBezTo>
                <a:moveTo>
                  <a:pt x="1015921" y="607729"/>
                </a:moveTo>
                <a:cubicBezTo>
                  <a:pt x="760995" y="594252"/>
                  <a:pt x="385354" y="605356"/>
                  <a:pt x="42858" y="600967"/>
                </a:cubicBezTo>
                <a:moveTo>
                  <a:pt x="58925" y="618575"/>
                </a:moveTo>
                <a:cubicBezTo>
                  <a:pt x="75133" y="394239"/>
                  <a:pt x="67599" y="225647"/>
                  <a:pt x="69236" y="49467"/>
                </a:cubicBezTo>
              </a:path>
            </a:pathLst>
          </a:custGeom>
          <a:solidFill>
            <a:schemeClr val="accent5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32406" y="3772358"/>
            <a:ext cx="822045" cy="413673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 through a…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773" y="4370832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1.16 x 0.72 in
33 chars, 5 words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hand-drawn, seed 7</a:t>
            </a:r>
          </a:p>
        </p:txBody>
      </p:sp>
      <p:sp>
        <p:nvSpPr>
          <p:cNvPr id="35" name="handdrawn 1.0"/>
          <p:cNvSpPr/>
          <p:nvPr/>
        </p:nvSpPr>
        <p:spPr>
          <a:xfrm>
            <a:off x="6108192" y="2990088"/>
            <a:ext cx="1524761" cy="1325880"/>
          </a:xfrm>
          <a:custGeom>
            <a:avLst/>
            <a:gdLst>
              <a:gd name="txL" fmla="*/ w 13217 100000"/>
              <a:gd name="txT" fmla="*/ h 14050 100000"/>
              <a:gd name="txR" fmla="*/ w 85783 100000"/>
              <a:gd name="txB" fmla="*/ h 81975 100000"/>
            </a:gdLst>
            <a:ahLst/>
            <a:cxnLst/>
            <a:rect l="txL" t="txT" r="txR" b="txB"/>
            <a:pathLst>
              <a:path w="1524761" h="1325880">
                <a:moveTo>
                  <a:pt x="115520" y="102823"/>
                </a:moveTo>
                <a:cubicBezTo>
                  <a:pt x="451835" y="58889"/>
                  <a:pt x="908193" y="93204"/>
                  <a:pt x="1407388" y="97068"/>
                </a:cubicBezTo>
                <a:cubicBezTo>
                  <a:pt x="1412046" y="389998"/>
                  <a:pt x="1372051" y="787653"/>
                  <a:pt x="1398944" y="1187570"/>
                </a:cubicBezTo>
                <a:cubicBezTo>
                  <a:pt x="960327" y="1179380"/>
                  <a:pt x="539327" y="1153356"/>
                  <a:pt x="96008" y="1197975"/>
                </a:cubicBezTo>
                <a:cubicBezTo>
                  <a:pt x="147089" y="783942"/>
                  <a:pt x="66968" y="492568"/>
                  <a:pt x="115520" y="102823"/>
                </a:cubicBezTo>
                <a:close/>
              </a:path>
              <a:path w="1524761" h="1325880" fill="none">
                <a:moveTo>
                  <a:pt x="75001" y="126648"/>
                </a:moveTo>
                <a:cubicBezTo>
                  <a:pt x="536038" y="117074"/>
                  <a:pt x="919663" y="81034"/>
                  <a:pt x="1461673" y="67154"/>
                </a:cubicBezTo>
                <a:moveTo>
                  <a:pt x="1387202" y="51695"/>
                </a:moveTo>
                <a:cubicBezTo>
                  <a:pt x="1378824" y="491118"/>
                  <a:pt x="1379338" y="890925"/>
                  <a:pt x="1355201" y="1241787"/>
                </a:cubicBezTo>
                <a:moveTo>
                  <a:pt x="1458664" y="1214403"/>
                </a:moveTo>
                <a:cubicBezTo>
                  <a:pt x="1018233" y="1185901"/>
                  <a:pt x="455336" y="1257811"/>
                  <a:pt x="51996" y="1235952"/>
                </a:cubicBezTo>
                <a:moveTo>
                  <a:pt x="118851" y="1259104"/>
                </a:moveTo>
                <a:cubicBezTo>
                  <a:pt x="138558" y="829639"/>
                  <a:pt x="89916" y="424961"/>
                  <a:pt x="96699" y="48357"/>
                </a:cubicBezTo>
              </a:path>
            </a:pathLst>
          </a:custGeom>
          <a:solidFill>
            <a:schemeClr val="accent1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726" y="3176375"/>
            <a:ext cx="1106445" cy="900602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 through a grey…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370832"/>
            <a:ext cx="152476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1.67 x 1.45 in
37 chars, 6 words at 14 pt</a:t>
            </a:r>
          </a:p>
        </p:txBody>
      </p:sp>
      <p:sp>
        <p:nvSpPr>
          <p:cNvPr id="38" name="handdrawn 0.72"/>
          <p:cNvSpPr/>
          <p:nvPr/>
        </p:nvSpPr>
        <p:spPr>
          <a:xfrm>
            <a:off x="7861553" y="3361335"/>
            <a:ext cx="1097828" cy="954633"/>
          </a:xfrm>
          <a:custGeom>
            <a:avLst/>
            <a:gdLst>
              <a:gd name="txL" fmla="*/ w 13217 100000"/>
              <a:gd name="txT" fmla="*/ h 14050 100000"/>
              <a:gd name="txR" fmla="*/ w 85783 100000"/>
              <a:gd name="txB" fmla="*/ h 81975 100000"/>
            </a:gdLst>
            <a:ahLst/>
            <a:cxnLst/>
            <a:rect l="txL" t="txT" r="txR" b="txB"/>
            <a:pathLst>
              <a:path w="1097828" h="954633">
                <a:moveTo>
                  <a:pt x="83175" y="74033"/>
                </a:moveTo>
                <a:cubicBezTo>
                  <a:pt x="325321" y="42400"/>
                  <a:pt x="653899" y="67107"/>
                  <a:pt x="1013320" y="69889"/>
                </a:cubicBezTo>
                <a:cubicBezTo>
                  <a:pt x="1016673" y="280798"/>
                  <a:pt x="987877" y="567110"/>
                  <a:pt x="1007239" y="855050"/>
                </a:cubicBezTo>
                <a:cubicBezTo>
                  <a:pt x="691436" y="849153"/>
                  <a:pt x="388315" y="830415"/>
                  <a:pt x="69126" y="862541"/>
                </a:cubicBezTo>
                <a:cubicBezTo>
                  <a:pt x="105904" y="564438"/>
                  <a:pt x="48217" y="354649"/>
                  <a:pt x="83175" y="74033"/>
                </a:cubicBezTo>
                <a:close/>
              </a:path>
              <a:path w="1097828" h="954633" fill="none">
                <a:moveTo>
                  <a:pt x="54001" y="91187"/>
                </a:moveTo>
                <a:cubicBezTo>
                  <a:pt x="385947" y="84293"/>
                  <a:pt x="662158" y="58344"/>
                  <a:pt x="1052405" y="48351"/>
                </a:cubicBezTo>
                <a:moveTo>
                  <a:pt x="998785" y="37220"/>
                </a:moveTo>
                <a:cubicBezTo>
                  <a:pt x="992753" y="353605"/>
                  <a:pt x="993124" y="641466"/>
                  <a:pt x="975745" y="894086"/>
                </a:cubicBezTo>
                <a:moveTo>
                  <a:pt x="1050238" y="874369"/>
                </a:moveTo>
                <a:cubicBezTo>
                  <a:pt x="733128" y="853848"/>
                  <a:pt x="327842" y="905623"/>
                  <a:pt x="37437" y="889885"/>
                </a:cubicBezTo>
                <a:moveTo>
                  <a:pt x="85573" y="906554"/>
                </a:moveTo>
                <a:cubicBezTo>
                  <a:pt x="99762" y="597340"/>
                  <a:pt x="64739" y="305972"/>
                  <a:pt x="69623" y="34817"/>
                </a:cubicBezTo>
              </a:path>
            </a:pathLst>
          </a:custGeom>
          <a:solidFill>
            <a:schemeClr val="accent3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06658" y="3495461"/>
            <a:ext cx="796640" cy="648434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1553" y="4370832"/>
            <a:ext cx="109782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1.20 x 1.04 in
25 chars, 3 words at 11 pt</a:t>
            </a:r>
          </a:p>
        </p:txBody>
      </p:sp>
      <p:sp>
        <p:nvSpPr>
          <p:cNvPr id="41" name="handdrawn 0.5"/>
          <p:cNvSpPr/>
          <p:nvPr/>
        </p:nvSpPr>
        <p:spPr>
          <a:xfrm>
            <a:off x="9187981" y="3653028"/>
            <a:ext cx="762380" cy="662940"/>
          </a:xfrm>
          <a:custGeom>
            <a:avLst/>
            <a:gdLst>
              <a:gd name="txL" fmla="*/ w 13217 100000"/>
              <a:gd name="txT" fmla="*/ h 14050 100000"/>
              <a:gd name="txR" fmla="*/ w 85783 100000"/>
              <a:gd name="txB" fmla="*/ h 81975 100000"/>
            </a:gdLst>
            <a:ahLst/>
            <a:cxnLst/>
            <a:rect l="txL" t="txT" r="txR" b="txB"/>
            <a:pathLst>
              <a:path w="762380" h="662940">
                <a:moveTo>
                  <a:pt x="57760" y="51412"/>
                </a:moveTo>
                <a:cubicBezTo>
                  <a:pt x="225917" y="29445"/>
                  <a:pt x="454096" y="46602"/>
                  <a:pt x="703694" y="48534"/>
                </a:cubicBezTo>
                <a:cubicBezTo>
                  <a:pt x="706022" y="194999"/>
                  <a:pt x="686025" y="393827"/>
                  <a:pt x="699471" y="593785"/>
                </a:cubicBezTo>
                <a:cubicBezTo>
                  <a:pt x="480163" y="589690"/>
                  <a:pt x="269663" y="576678"/>
                  <a:pt x="48004" y="598987"/>
                </a:cubicBezTo>
                <a:cubicBezTo>
                  <a:pt x="73544" y="391971"/>
                  <a:pt x="33484" y="246284"/>
                  <a:pt x="57760" y="51412"/>
                </a:cubicBezTo>
                <a:close/>
              </a:path>
              <a:path w="762380" h="662940" fill="none">
                <a:moveTo>
                  <a:pt x="37501" y="63324"/>
                </a:moveTo>
                <a:cubicBezTo>
                  <a:pt x="268019" y="58537"/>
                  <a:pt x="459831" y="40517"/>
                  <a:pt x="730836" y="33577"/>
                </a:cubicBezTo>
                <a:moveTo>
                  <a:pt x="693600" y="25847"/>
                </a:moveTo>
                <a:cubicBezTo>
                  <a:pt x="689411" y="245559"/>
                  <a:pt x="689669" y="445463"/>
                  <a:pt x="677600" y="620893"/>
                </a:cubicBezTo>
                <a:moveTo>
                  <a:pt x="729331" y="607201"/>
                </a:moveTo>
                <a:cubicBezTo>
                  <a:pt x="509116" y="592950"/>
                  <a:pt x="227668" y="628905"/>
                  <a:pt x="25998" y="617976"/>
                </a:cubicBezTo>
                <a:moveTo>
                  <a:pt x="59425" y="629552"/>
                </a:moveTo>
                <a:cubicBezTo>
                  <a:pt x="69279" y="414820"/>
                  <a:pt x="44958" y="212481"/>
                  <a:pt x="48349" y="24178"/>
                </a:cubicBezTo>
              </a:path>
            </a:pathLst>
          </a:custGeom>
          <a:solidFill>
            <a:schemeClr val="accent5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88748" y="3746171"/>
            <a:ext cx="553222" cy="450301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7981" y="437083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0.83 x 0.72 in
22 chars, 3 words at 9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hand-drawn diamond</a:t>
            </a:r>
          </a:p>
        </p:txBody>
      </p:sp>
      <p:sp>
        <p:nvSpPr>
          <p:cNvPr id="45" name="handdrawn 1.0"/>
          <p:cNvSpPr/>
          <p:nvPr/>
        </p:nvSpPr>
        <p:spPr>
          <a:xfrm>
            <a:off x="301752" y="5020056"/>
            <a:ext cx="1325880" cy="1325880"/>
          </a:xfrm>
          <a:custGeom>
            <a:avLst/>
            <a:gdLst>
              <a:gd name="txL" fmla="*/ w 33500 100000"/>
              <a:gd name="txT" fmla="*/ h 33500 100000"/>
              <a:gd name="txR" fmla="*/ w 67000 100000"/>
              <a:gd name="txB" fmla="*/ h 67000 100000"/>
            </a:gdLst>
            <a:ahLst/>
            <a:cxnLst/>
            <a:rect l="txL" t="txT" r="txR" b="txB"/>
            <a:pathLst>
              <a:path w="1325880" h="1325880">
                <a:moveTo>
                  <a:pt x="645583" y="34934"/>
                </a:moveTo>
                <a:cubicBezTo>
                  <a:pt x="854665" y="249350"/>
                  <a:pt x="1093557" y="504151"/>
                  <a:pt x="1307534" y="660795"/>
                </a:cubicBezTo>
                <a:cubicBezTo>
                  <a:pt x="1071071" y="871387"/>
                  <a:pt x="907881" y="1108430"/>
                  <a:pt x="687208" y="1270079"/>
                </a:cubicBezTo>
                <a:cubicBezTo>
                  <a:pt x="437781" y="1042474"/>
                  <a:pt x="239056" y="875513"/>
                  <a:pt x="64127" y="637740"/>
                </a:cubicBezTo>
                <a:cubicBezTo>
                  <a:pt x="285976" y="436163"/>
                  <a:pt x="517919" y="216481"/>
                  <a:pt x="645583" y="34934"/>
                </a:cubicBezTo>
                <a:close/>
              </a:path>
            </a:pathLst>
          </a:custGeom>
          <a:solidFill>
            <a:schemeClr val="accent1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5922" y="5464226"/>
            <a:ext cx="444169" cy="444169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64008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1.45 x 1.45 in
too small for this text at 14 pt</a:t>
            </a:r>
          </a:p>
        </p:txBody>
      </p:sp>
      <p:sp>
        <p:nvSpPr>
          <p:cNvPr id="48" name="handdrawn 0.72"/>
          <p:cNvSpPr/>
          <p:nvPr/>
        </p:nvSpPr>
        <p:spPr>
          <a:xfrm>
            <a:off x="1856232" y="5391303"/>
            <a:ext cx="954633" cy="954633"/>
          </a:xfrm>
          <a:custGeom>
            <a:avLst/>
            <a:gdLst>
              <a:gd name="txL" fmla="*/ w 33500 100000"/>
              <a:gd name="txT" fmla="*/ h 33500 100000"/>
              <a:gd name="txR" fmla="*/ w 67000 100000"/>
              <a:gd name="txB" fmla="*/ h 67000 100000"/>
            </a:gdLst>
            <a:ahLst/>
            <a:cxnLst/>
            <a:rect l="txL" t="txT" r="txR" b="txB"/>
            <a:pathLst>
              <a:path w="954633" h="954633">
                <a:moveTo>
                  <a:pt x="464819" y="25152"/>
                </a:moveTo>
                <a:cubicBezTo>
                  <a:pt x="615358" y="179532"/>
                  <a:pt x="787361" y="362988"/>
                  <a:pt x="941424" y="475772"/>
                </a:cubicBezTo>
                <a:cubicBezTo>
                  <a:pt x="771170" y="627398"/>
                  <a:pt x="653674" y="798069"/>
                  <a:pt x="494790" y="914456"/>
                </a:cubicBezTo>
                <a:cubicBezTo>
                  <a:pt x="315202" y="750581"/>
                  <a:pt x="172120" y="630369"/>
                  <a:pt x="46171" y="459172"/>
                </a:cubicBezTo>
                <a:cubicBezTo>
                  <a:pt x="205902" y="314037"/>
                  <a:pt x="372901" y="155866"/>
                  <a:pt x="464819" y="25152"/>
                </a:cubicBezTo>
                <a:close/>
              </a:path>
            </a:pathLst>
          </a:custGeom>
          <a:solidFill>
            <a:schemeClr val="accent3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76035" y="5711106"/>
            <a:ext cx="319801" cy="31980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56232" y="6400800"/>
            <a:ext cx="95463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1.04 x 1.04 in
too small for this text at 11 pt</a:t>
            </a:r>
          </a:p>
        </p:txBody>
      </p:sp>
      <p:sp>
        <p:nvSpPr>
          <p:cNvPr id="51" name="handdrawn 0.5"/>
          <p:cNvSpPr/>
          <p:nvPr/>
        </p:nvSpPr>
        <p:spPr>
          <a:xfrm>
            <a:off x="3039465" y="5682996"/>
            <a:ext cx="662940" cy="662940"/>
          </a:xfrm>
          <a:custGeom>
            <a:avLst/>
            <a:gdLst>
              <a:gd name="txL" fmla="*/ w 33500 100000"/>
              <a:gd name="txT" fmla="*/ h 33500 100000"/>
              <a:gd name="txR" fmla="*/ w 67000 100000"/>
              <a:gd name="txB" fmla="*/ h 67000 100000"/>
            </a:gdLst>
            <a:ahLst/>
            <a:cxnLst/>
            <a:rect l="txL" t="txT" r="txR" b="txB"/>
            <a:pathLst>
              <a:path w="662940" h="662940">
                <a:moveTo>
                  <a:pt x="322791" y="17467"/>
                </a:moveTo>
                <a:cubicBezTo>
                  <a:pt x="427333" y="124675"/>
                  <a:pt x="546778" y="252075"/>
                  <a:pt x="653767" y="330398"/>
                </a:cubicBezTo>
                <a:cubicBezTo>
                  <a:pt x="535535" y="435693"/>
                  <a:pt x="453940" y="554215"/>
                  <a:pt x="343604" y="635039"/>
                </a:cubicBezTo>
                <a:cubicBezTo>
                  <a:pt x="218890" y="521237"/>
                  <a:pt x="119528" y="437756"/>
                  <a:pt x="32063" y="318870"/>
                </a:cubicBezTo>
                <a:cubicBezTo>
                  <a:pt x="142988" y="218081"/>
                  <a:pt x="258959" y="108240"/>
                  <a:pt x="322791" y="17467"/>
                </a:cubicBezTo>
                <a:close/>
              </a:path>
            </a:pathLst>
          </a:custGeom>
          <a:solidFill>
            <a:schemeClr val="accent5"/>
          </a:solidFill>
          <a:ln w="15875">
            <a:solidFill>
              <a:schemeClr val="tx1"/>
            </a:solidFill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61550" y="5905081"/>
            <a:ext cx="222084" cy="222084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39465" y="6400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0.72 x 0.72 in
too small for this text at 9 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8192" y="4745736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shield (Phosphor)</a:t>
            </a:r>
          </a:p>
        </p:txBody>
      </p:sp>
      <p:sp>
        <p:nvSpPr>
          <p:cNvPr id="55" name="icon 1.0"/>
          <p:cNvSpPr/>
          <p:nvPr/>
        </p:nvSpPr>
        <p:spPr>
          <a:xfrm>
            <a:off x="6108192" y="5020056"/>
            <a:ext cx="1272841" cy="1325880"/>
          </a:xfrm>
          <a:custGeom>
            <a:avLst/>
            <a:gdLst>
              <a:gd name="txL" fmla="*/ w 13375 100000"/>
              <a:gd name="txT" fmla="*/ h 3840 100000"/>
              <a:gd name="txR" fmla="*/ w 86625 100000"/>
              <a:gd name="txB" fmla="*/ h 66160 100000"/>
            </a:gdLst>
            <a:ahLst/>
            <a:cxnLst/>
            <a:rect l="txL" t="txT" r="txR" b="txB"/>
            <a:pathLst>
              <a:path w="1272841" h="1325880">
                <a:moveTo>
                  <a:pt x="1272841" y="106070"/>
                </a:moveTo>
                <a:lnTo>
                  <a:pt x="1272841" y="477316"/>
                </a:lnTo>
                <a:cubicBezTo>
                  <a:pt x="1272841" y="826817"/>
                  <a:pt x="1103659" y="1038625"/>
                  <a:pt x="961724" y="1154772"/>
                </a:cubicBezTo>
                <a:cubicBezTo>
                  <a:pt x="808851" y="1279802"/>
                  <a:pt x="656773" y="1322297"/>
                  <a:pt x="650143" y="1324020"/>
                </a:cubicBezTo>
                <a:cubicBezTo>
                  <a:pt x="641028" y="1326500"/>
                  <a:pt x="631415" y="1326500"/>
                  <a:pt x="622300" y="1324020"/>
                </a:cubicBezTo>
                <a:cubicBezTo>
                  <a:pt x="615671" y="1322297"/>
                  <a:pt x="463791" y="1279802"/>
                  <a:pt x="310719" y="1154772"/>
                </a:cubicBezTo>
                <a:cubicBezTo>
                  <a:pt x="169182" y="1038625"/>
                  <a:pt x="0" y="826817"/>
                  <a:pt x="0" y="477316"/>
                </a:cubicBezTo>
                <a:lnTo>
                  <a:pt x="0" y="106070"/>
                </a:lnTo>
                <a:cubicBezTo>
                  <a:pt x="0" y="47489"/>
                  <a:pt x="47489" y="0"/>
                  <a:pt x="106070" y="0"/>
                </a:cubicBezTo>
                <a:lnTo>
                  <a:pt x="1166771" y="0"/>
                </a:lnTo>
                <a:cubicBezTo>
                  <a:pt x="1225352" y="0"/>
                  <a:pt x="1272841" y="47489"/>
                  <a:pt x="1272841" y="10607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78435" y="5070970"/>
            <a:ext cx="932358" cy="826288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08192" y="6400800"/>
            <a:ext cx="127284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1.39 x 1.45 in
25 chars, 3 words at 14 pt</a:t>
            </a:r>
          </a:p>
        </p:txBody>
      </p:sp>
      <p:sp>
        <p:nvSpPr>
          <p:cNvPr id="58" name="icon 0.72"/>
          <p:cNvSpPr/>
          <p:nvPr/>
        </p:nvSpPr>
        <p:spPr>
          <a:xfrm>
            <a:off x="7609633" y="5391303"/>
            <a:ext cx="916445" cy="954633"/>
          </a:xfrm>
          <a:custGeom>
            <a:avLst/>
            <a:gdLst>
              <a:gd name="txL" fmla="*/ w 13375 100000"/>
              <a:gd name="txT" fmla="*/ h 3840 100000"/>
              <a:gd name="txR" fmla="*/ w 86625 100000"/>
              <a:gd name="txB" fmla="*/ h 66160 100000"/>
            </a:gdLst>
            <a:ahLst/>
            <a:cxnLst/>
            <a:rect l="txL" t="txT" r="txR" b="txB"/>
            <a:pathLst>
              <a:path w="916445" h="954633">
                <a:moveTo>
                  <a:pt x="916445" y="76370"/>
                </a:moveTo>
                <a:lnTo>
                  <a:pt x="916445" y="343667"/>
                </a:lnTo>
                <a:cubicBezTo>
                  <a:pt x="916445" y="595308"/>
                  <a:pt x="794634" y="747810"/>
                  <a:pt x="692441" y="831435"/>
                </a:cubicBezTo>
                <a:cubicBezTo>
                  <a:pt x="582372" y="921457"/>
                  <a:pt x="472876" y="952053"/>
                  <a:pt x="468103" y="953294"/>
                </a:cubicBezTo>
                <a:cubicBezTo>
                  <a:pt x="461540" y="955079"/>
                  <a:pt x="454619" y="955079"/>
                  <a:pt x="448056" y="953294"/>
                </a:cubicBezTo>
                <a:cubicBezTo>
                  <a:pt x="443283" y="952053"/>
                  <a:pt x="333930" y="921457"/>
                  <a:pt x="223718" y="831435"/>
                </a:cubicBezTo>
                <a:cubicBezTo>
                  <a:pt x="121811" y="747810"/>
                  <a:pt x="0" y="595308"/>
                  <a:pt x="0" y="343667"/>
                </a:cubicBezTo>
                <a:lnTo>
                  <a:pt x="0" y="76370"/>
                </a:lnTo>
                <a:cubicBezTo>
                  <a:pt x="0" y="34192"/>
                  <a:pt x="34192" y="0"/>
                  <a:pt x="76370" y="0"/>
                </a:cubicBezTo>
                <a:lnTo>
                  <a:pt x="840075" y="0"/>
                </a:lnTo>
                <a:cubicBezTo>
                  <a:pt x="882253" y="0"/>
                  <a:pt x="916445" y="34192"/>
                  <a:pt x="916445" y="7637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32208" y="5427961"/>
            <a:ext cx="671297" cy="59492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9633" y="6400800"/>
            <a:ext cx="91644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1.00 x 1.04 in
22 chars, 3 words at 11 pt</a:t>
            </a:r>
          </a:p>
        </p:txBody>
      </p:sp>
      <p:sp>
        <p:nvSpPr>
          <p:cNvPr id="61" name="icon 0.5"/>
          <p:cNvSpPr/>
          <p:nvPr/>
        </p:nvSpPr>
        <p:spPr>
          <a:xfrm>
            <a:off x="8754678" y="5682996"/>
            <a:ext cx="636420" cy="662940"/>
          </a:xfrm>
          <a:custGeom>
            <a:avLst/>
            <a:gdLst>
              <a:gd name="txL" fmla="*/ w 13375 100000"/>
              <a:gd name="txT" fmla="*/ h 3840 100000"/>
              <a:gd name="txR" fmla="*/ w 86625 100000"/>
              <a:gd name="txB" fmla="*/ h 66160 100000"/>
            </a:gdLst>
            <a:ahLst/>
            <a:cxnLst/>
            <a:rect l="txL" t="txT" r="txR" b="txB"/>
            <a:pathLst>
              <a:path w="636420" h="662940">
                <a:moveTo>
                  <a:pt x="636420" y="53035"/>
                </a:moveTo>
                <a:lnTo>
                  <a:pt x="636420" y="238658"/>
                </a:lnTo>
                <a:cubicBezTo>
                  <a:pt x="636420" y="413408"/>
                  <a:pt x="551829" y="519313"/>
                  <a:pt x="480862" y="577386"/>
                </a:cubicBezTo>
                <a:cubicBezTo>
                  <a:pt x="404425" y="639901"/>
                  <a:pt x="328386" y="661148"/>
                  <a:pt x="325071" y="662010"/>
                </a:cubicBezTo>
                <a:cubicBezTo>
                  <a:pt x="320514" y="663250"/>
                  <a:pt x="315707" y="663250"/>
                  <a:pt x="311150" y="662010"/>
                </a:cubicBezTo>
                <a:cubicBezTo>
                  <a:pt x="307835" y="661148"/>
                  <a:pt x="231896" y="639901"/>
                  <a:pt x="155359" y="577386"/>
                </a:cubicBezTo>
                <a:cubicBezTo>
                  <a:pt x="84591" y="519313"/>
                  <a:pt x="0" y="413408"/>
                  <a:pt x="0" y="238658"/>
                </a:cubicBezTo>
                <a:lnTo>
                  <a:pt x="0" y="53035"/>
                </a:lnTo>
                <a:cubicBezTo>
                  <a:pt x="0" y="23745"/>
                  <a:pt x="23745" y="0"/>
                  <a:pt x="53035" y="0"/>
                </a:cubicBezTo>
                <a:lnTo>
                  <a:pt x="583385" y="0"/>
                </a:lnTo>
                <a:cubicBezTo>
                  <a:pt x="612675" y="0"/>
                  <a:pt x="636420" y="23745"/>
                  <a:pt x="636420" y="5303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39800" y="5708453"/>
            <a:ext cx="466178" cy="413144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54678" y="6400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0.70 x 0.72 in
17 chars, 3 words at 9 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228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Shapes library: container silhouettes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74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chemeClr val="accent3"/>
                </a:solidFill>
              </a:rPr>
              <a:t>Dashed: safe text box, sample text cut at a word to what it holds · 6/6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seal (Phosphor)</a:t>
            </a:r>
          </a:p>
        </p:txBody>
      </p:sp>
      <p:sp>
        <p:nvSpPr>
          <p:cNvPr id="5" name="icon 1.0"/>
          <p:cNvSpPr/>
          <p:nvPr/>
        </p:nvSpPr>
        <p:spPr>
          <a:xfrm>
            <a:off x="301752" y="960120"/>
            <a:ext cx="1325880" cy="1325880"/>
          </a:xfrm>
          <a:custGeom>
            <a:avLst/>
            <a:gdLst>
              <a:gd name="txL" fmla="*/ w 19000 100000"/>
              <a:gd name="txT" fmla="*/ h 19000 100000"/>
              <a:gd name="txR" fmla="*/ w 81000 100000"/>
              <a:gd name="txB" fmla="*/ h 81000 100000"/>
            </a:gdLst>
            <a:ahLst/>
            <a:cxnLst/>
            <a:rect l="txL" t="txT" r="txR" b="txB"/>
            <a:pathLst>
              <a:path w="1325880" h="1325880">
                <a:moveTo>
                  <a:pt x="1325880" y="662940"/>
                </a:moveTo>
                <a:cubicBezTo>
                  <a:pt x="1325880" y="724735"/>
                  <a:pt x="1281428" y="771082"/>
                  <a:pt x="1242184" y="811983"/>
                </a:cubicBezTo>
                <a:cubicBezTo>
                  <a:pt x="1219869" y="835304"/>
                  <a:pt x="1196784" y="859336"/>
                  <a:pt x="1188083" y="880467"/>
                </a:cubicBezTo>
                <a:cubicBezTo>
                  <a:pt x="1180033" y="899823"/>
                  <a:pt x="1179560" y="931904"/>
                  <a:pt x="1179086" y="962980"/>
                </a:cubicBezTo>
                <a:cubicBezTo>
                  <a:pt x="1178198" y="1020750"/>
                  <a:pt x="1177251" y="1086215"/>
                  <a:pt x="1131733" y="1131733"/>
                </a:cubicBezTo>
                <a:cubicBezTo>
                  <a:pt x="1086215" y="1177251"/>
                  <a:pt x="1020750" y="1178198"/>
                  <a:pt x="962980" y="1179086"/>
                </a:cubicBezTo>
                <a:cubicBezTo>
                  <a:pt x="931904" y="1179560"/>
                  <a:pt x="899823" y="1180033"/>
                  <a:pt x="880467" y="1188083"/>
                </a:cubicBezTo>
                <a:cubicBezTo>
                  <a:pt x="859336" y="1196784"/>
                  <a:pt x="835304" y="1219869"/>
                  <a:pt x="811983" y="1242184"/>
                </a:cubicBezTo>
                <a:cubicBezTo>
                  <a:pt x="771082" y="1281428"/>
                  <a:pt x="724735" y="1325880"/>
                  <a:pt x="662940" y="1325880"/>
                </a:cubicBezTo>
                <a:cubicBezTo>
                  <a:pt x="601145" y="1325880"/>
                  <a:pt x="554798" y="1281428"/>
                  <a:pt x="513897" y="1242184"/>
                </a:cubicBezTo>
                <a:cubicBezTo>
                  <a:pt x="490576" y="1219869"/>
                  <a:pt x="466544" y="1196784"/>
                  <a:pt x="445413" y="1188083"/>
                </a:cubicBezTo>
                <a:cubicBezTo>
                  <a:pt x="426057" y="1180033"/>
                  <a:pt x="393976" y="1179560"/>
                  <a:pt x="362900" y="1179086"/>
                </a:cubicBezTo>
                <a:cubicBezTo>
                  <a:pt x="305130" y="1178198"/>
                  <a:pt x="239665" y="1177251"/>
                  <a:pt x="194147" y="1131733"/>
                </a:cubicBezTo>
                <a:cubicBezTo>
                  <a:pt x="148629" y="1086215"/>
                  <a:pt x="147682" y="1020750"/>
                  <a:pt x="146794" y="962980"/>
                </a:cubicBezTo>
                <a:cubicBezTo>
                  <a:pt x="146320" y="931904"/>
                  <a:pt x="145847" y="899823"/>
                  <a:pt x="137797" y="880467"/>
                </a:cubicBezTo>
                <a:cubicBezTo>
                  <a:pt x="129096" y="859336"/>
                  <a:pt x="106011" y="835304"/>
                  <a:pt x="83696" y="811983"/>
                </a:cubicBezTo>
                <a:cubicBezTo>
                  <a:pt x="44452" y="771082"/>
                  <a:pt x="0" y="724735"/>
                  <a:pt x="0" y="662940"/>
                </a:cubicBezTo>
                <a:cubicBezTo>
                  <a:pt x="0" y="601145"/>
                  <a:pt x="44452" y="554798"/>
                  <a:pt x="83696" y="513897"/>
                </a:cubicBezTo>
                <a:cubicBezTo>
                  <a:pt x="106011" y="490576"/>
                  <a:pt x="129096" y="466544"/>
                  <a:pt x="137797" y="445413"/>
                </a:cubicBezTo>
                <a:cubicBezTo>
                  <a:pt x="145847" y="426057"/>
                  <a:pt x="146320" y="393976"/>
                  <a:pt x="146794" y="362900"/>
                </a:cubicBezTo>
                <a:cubicBezTo>
                  <a:pt x="147682" y="305130"/>
                  <a:pt x="148629" y="239665"/>
                  <a:pt x="194147" y="194147"/>
                </a:cubicBezTo>
                <a:cubicBezTo>
                  <a:pt x="239665" y="148629"/>
                  <a:pt x="305130" y="147682"/>
                  <a:pt x="362900" y="146794"/>
                </a:cubicBezTo>
                <a:cubicBezTo>
                  <a:pt x="393976" y="146320"/>
                  <a:pt x="426057" y="145847"/>
                  <a:pt x="445413" y="137797"/>
                </a:cubicBezTo>
                <a:cubicBezTo>
                  <a:pt x="466544" y="129096"/>
                  <a:pt x="490576" y="106011"/>
                  <a:pt x="513897" y="83696"/>
                </a:cubicBezTo>
                <a:cubicBezTo>
                  <a:pt x="554798" y="44452"/>
                  <a:pt x="601145" y="0"/>
                  <a:pt x="662940" y="0"/>
                </a:cubicBezTo>
                <a:cubicBezTo>
                  <a:pt x="724735" y="0"/>
                  <a:pt x="771082" y="44452"/>
                  <a:pt x="811983" y="83696"/>
                </a:cubicBezTo>
                <a:cubicBezTo>
                  <a:pt x="835304" y="106011"/>
                  <a:pt x="859336" y="129096"/>
                  <a:pt x="880467" y="137797"/>
                </a:cubicBezTo>
                <a:cubicBezTo>
                  <a:pt x="899823" y="145847"/>
                  <a:pt x="931904" y="146320"/>
                  <a:pt x="962980" y="146794"/>
                </a:cubicBezTo>
                <a:cubicBezTo>
                  <a:pt x="1020750" y="147682"/>
                  <a:pt x="1086215" y="148629"/>
                  <a:pt x="1131733" y="194147"/>
                </a:cubicBezTo>
                <a:cubicBezTo>
                  <a:pt x="1177251" y="239665"/>
                  <a:pt x="1178198" y="305130"/>
                  <a:pt x="1179086" y="362900"/>
                </a:cubicBezTo>
                <a:cubicBezTo>
                  <a:pt x="1179560" y="393976"/>
                  <a:pt x="1180033" y="426057"/>
                  <a:pt x="1188083" y="445413"/>
                </a:cubicBezTo>
                <a:cubicBezTo>
                  <a:pt x="1196784" y="466544"/>
                  <a:pt x="1219869" y="490576"/>
                  <a:pt x="1242184" y="513897"/>
                </a:cubicBezTo>
                <a:cubicBezTo>
                  <a:pt x="1281428" y="554798"/>
                  <a:pt x="1325880" y="601145"/>
                  <a:pt x="1325880" y="66294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670" y="1212038"/>
            <a:ext cx="822044" cy="822044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234086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1.45 x 1.45 in
20 chars, 3 words at 14 pt</a:t>
            </a:r>
          </a:p>
        </p:txBody>
      </p:sp>
      <p:sp>
        <p:nvSpPr>
          <p:cNvPr id="8" name="icon 0.72"/>
          <p:cNvSpPr/>
          <p:nvPr/>
        </p:nvSpPr>
        <p:spPr>
          <a:xfrm>
            <a:off x="1856232" y="1331367"/>
            <a:ext cx="954633" cy="954633"/>
          </a:xfrm>
          <a:custGeom>
            <a:avLst/>
            <a:gdLst>
              <a:gd name="txL" fmla="*/ w 19000 100000"/>
              <a:gd name="txT" fmla="*/ h 19000 100000"/>
              <a:gd name="txR" fmla="*/ w 81000 100000"/>
              <a:gd name="txB" fmla="*/ h 81000 100000"/>
            </a:gdLst>
            <a:ahLst/>
            <a:cxnLst/>
            <a:rect l="txL" t="txT" r="txR" b="txB"/>
            <a:pathLst>
              <a:path w="954633" h="954633">
                <a:moveTo>
                  <a:pt x="954633" y="477317"/>
                </a:moveTo>
                <a:cubicBezTo>
                  <a:pt x="954633" y="521809"/>
                  <a:pt x="922627" y="555179"/>
                  <a:pt x="894372" y="584627"/>
                </a:cubicBezTo>
                <a:cubicBezTo>
                  <a:pt x="878305" y="601419"/>
                  <a:pt x="861684" y="618722"/>
                  <a:pt x="855419" y="633936"/>
                </a:cubicBezTo>
                <a:cubicBezTo>
                  <a:pt x="849623" y="647872"/>
                  <a:pt x="849282" y="670971"/>
                  <a:pt x="848941" y="693345"/>
                </a:cubicBezTo>
                <a:cubicBezTo>
                  <a:pt x="848302" y="734940"/>
                  <a:pt x="847620" y="782075"/>
                  <a:pt x="814847" y="814847"/>
                </a:cubicBezTo>
                <a:cubicBezTo>
                  <a:pt x="782075" y="847620"/>
                  <a:pt x="734940" y="848302"/>
                  <a:pt x="693345" y="848941"/>
                </a:cubicBezTo>
                <a:cubicBezTo>
                  <a:pt x="670971" y="849282"/>
                  <a:pt x="647872" y="849623"/>
                  <a:pt x="633936" y="855419"/>
                </a:cubicBezTo>
                <a:cubicBezTo>
                  <a:pt x="618722" y="861684"/>
                  <a:pt x="601419" y="878305"/>
                  <a:pt x="584627" y="894372"/>
                </a:cubicBezTo>
                <a:cubicBezTo>
                  <a:pt x="555179" y="922627"/>
                  <a:pt x="521809" y="954633"/>
                  <a:pt x="477317" y="954633"/>
                </a:cubicBezTo>
                <a:cubicBezTo>
                  <a:pt x="432824" y="954633"/>
                  <a:pt x="399454" y="922627"/>
                  <a:pt x="370006" y="894372"/>
                </a:cubicBezTo>
                <a:cubicBezTo>
                  <a:pt x="353214" y="878305"/>
                  <a:pt x="335911" y="861684"/>
                  <a:pt x="320697" y="855419"/>
                </a:cubicBezTo>
                <a:cubicBezTo>
                  <a:pt x="306761" y="849623"/>
                  <a:pt x="283662" y="849282"/>
                  <a:pt x="261288" y="848941"/>
                </a:cubicBezTo>
                <a:cubicBezTo>
                  <a:pt x="219693" y="848302"/>
                  <a:pt x="172558" y="847620"/>
                  <a:pt x="139786" y="814847"/>
                </a:cubicBezTo>
                <a:cubicBezTo>
                  <a:pt x="107013" y="782075"/>
                  <a:pt x="106331" y="734940"/>
                  <a:pt x="105692" y="693345"/>
                </a:cubicBezTo>
                <a:cubicBezTo>
                  <a:pt x="105351" y="670971"/>
                  <a:pt x="105010" y="647872"/>
                  <a:pt x="99214" y="633936"/>
                </a:cubicBezTo>
                <a:cubicBezTo>
                  <a:pt x="92949" y="618722"/>
                  <a:pt x="76328" y="601419"/>
                  <a:pt x="60261" y="584627"/>
                </a:cubicBezTo>
                <a:cubicBezTo>
                  <a:pt x="32006" y="555179"/>
                  <a:pt x="0" y="521809"/>
                  <a:pt x="0" y="477317"/>
                </a:cubicBezTo>
                <a:cubicBezTo>
                  <a:pt x="0" y="432824"/>
                  <a:pt x="32006" y="399454"/>
                  <a:pt x="60261" y="370006"/>
                </a:cubicBezTo>
                <a:cubicBezTo>
                  <a:pt x="76328" y="353214"/>
                  <a:pt x="92949" y="335911"/>
                  <a:pt x="99214" y="320697"/>
                </a:cubicBezTo>
                <a:cubicBezTo>
                  <a:pt x="105010" y="306761"/>
                  <a:pt x="105351" y="283662"/>
                  <a:pt x="105692" y="261288"/>
                </a:cubicBezTo>
                <a:cubicBezTo>
                  <a:pt x="106331" y="219693"/>
                  <a:pt x="107013" y="172558"/>
                  <a:pt x="139786" y="139786"/>
                </a:cubicBezTo>
                <a:cubicBezTo>
                  <a:pt x="172558" y="107013"/>
                  <a:pt x="219693" y="106331"/>
                  <a:pt x="261288" y="105692"/>
                </a:cubicBezTo>
                <a:cubicBezTo>
                  <a:pt x="283662" y="105351"/>
                  <a:pt x="306761" y="105010"/>
                  <a:pt x="320697" y="99214"/>
                </a:cubicBezTo>
                <a:cubicBezTo>
                  <a:pt x="335911" y="92949"/>
                  <a:pt x="353214" y="76328"/>
                  <a:pt x="370006" y="60261"/>
                </a:cubicBezTo>
                <a:cubicBezTo>
                  <a:pt x="399454" y="32006"/>
                  <a:pt x="432824" y="0"/>
                  <a:pt x="477317" y="0"/>
                </a:cubicBezTo>
                <a:cubicBezTo>
                  <a:pt x="521809" y="0"/>
                  <a:pt x="555179" y="32006"/>
                  <a:pt x="584627" y="60261"/>
                </a:cubicBezTo>
                <a:cubicBezTo>
                  <a:pt x="601419" y="76328"/>
                  <a:pt x="618722" y="92949"/>
                  <a:pt x="633936" y="99214"/>
                </a:cubicBezTo>
                <a:cubicBezTo>
                  <a:pt x="647872" y="105010"/>
                  <a:pt x="670971" y="105351"/>
                  <a:pt x="693345" y="105692"/>
                </a:cubicBezTo>
                <a:cubicBezTo>
                  <a:pt x="734940" y="106331"/>
                  <a:pt x="782075" y="107013"/>
                  <a:pt x="814847" y="139786"/>
                </a:cubicBezTo>
                <a:cubicBezTo>
                  <a:pt x="847620" y="172558"/>
                  <a:pt x="848302" y="219693"/>
                  <a:pt x="848941" y="261288"/>
                </a:cubicBezTo>
                <a:cubicBezTo>
                  <a:pt x="849282" y="283662"/>
                  <a:pt x="849623" y="306761"/>
                  <a:pt x="855419" y="320697"/>
                </a:cubicBezTo>
                <a:cubicBezTo>
                  <a:pt x="861684" y="335911"/>
                  <a:pt x="878305" y="353214"/>
                  <a:pt x="894372" y="370006"/>
                </a:cubicBezTo>
                <a:cubicBezTo>
                  <a:pt x="922627" y="399454"/>
                  <a:pt x="954633" y="432824"/>
                  <a:pt x="954633" y="47731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7613" y="1512748"/>
            <a:ext cx="591871" cy="59187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6232" y="2340864"/>
            <a:ext cx="95463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1.04 x 1.04 in
20 chars, 3 words at 11 pt</a:t>
            </a:r>
          </a:p>
        </p:txBody>
      </p:sp>
      <p:sp>
        <p:nvSpPr>
          <p:cNvPr id="11" name="icon 0.5"/>
          <p:cNvSpPr/>
          <p:nvPr/>
        </p:nvSpPr>
        <p:spPr>
          <a:xfrm>
            <a:off x="3039465" y="1623060"/>
            <a:ext cx="662940" cy="662940"/>
          </a:xfrm>
          <a:custGeom>
            <a:avLst/>
            <a:gdLst>
              <a:gd name="txL" fmla="*/ w 19000 100000"/>
              <a:gd name="txT" fmla="*/ h 19000 100000"/>
              <a:gd name="txR" fmla="*/ w 81000 100000"/>
              <a:gd name="txB" fmla="*/ h 81000 100000"/>
            </a:gdLst>
            <a:ahLst/>
            <a:cxnLst/>
            <a:rect l="txL" t="txT" r="txR" b="txB"/>
            <a:pathLst>
              <a:path w="662940" h="662940">
                <a:moveTo>
                  <a:pt x="662940" y="331470"/>
                </a:moveTo>
                <a:cubicBezTo>
                  <a:pt x="662940" y="362368"/>
                  <a:pt x="640714" y="385541"/>
                  <a:pt x="621092" y="405992"/>
                </a:cubicBezTo>
                <a:cubicBezTo>
                  <a:pt x="609934" y="417652"/>
                  <a:pt x="598392" y="429668"/>
                  <a:pt x="594042" y="440234"/>
                </a:cubicBezTo>
                <a:cubicBezTo>
                  <a:pt x="590017" y="449911"/>
                  <a:pt x="589780" y="465952"/>
                  <a:pt x="589543" y="481490"/>
                </a:cubicBezTo>
                <a:cubicBezTo>
                  <a:pt x="589099" y="510375"/>
                  <a:pt x="588626" y="543108"/>
                  <a:pt x="565867" y="565867"/>
                </a:cubicBezTo>
                <a:cubicBezTo>
                  <a:pt x="543108" y="588626"/>
                  <a:pt x="510375" y="589099"/>
                  <a:pt x="481490" y="589543"/>
                </a:cubicBezTo>
                <a:cubicBezTo>
                  <a:pt x="465952" y="589780"/>
                  <a:pt x="449911" y="590017"/>
                  <a:pt x="440234" y="594042"/>
                </a:cubicBezTo>
                <a:cubicBezTo>
                  <a:pt x="429668" y="598392"/>
                  <a:pt x="417652" y="609934"/>
                  <a:pt x="405992" y="621092"/>
                </a:cubicBezTo>
                <a:cubicBezTo>
                  <a:pt x="385541" y="640714"/>
                  <a:pt x="362368" y="662940"/>
                  <a:pt x="331470" y="662940"/>
                </a:cubicBezTo>
                <a:cubicBezTo>
                  <a:pt x="300572" y="662940"/>
                  <a:pt x="277399" y="640714"/>
                  <a:pt x="256948" y="621092"/>
                </a:cubicBezTo>
                <a:cubicBezTo>
                  <a:pt x="245288" y="609934"/>
                  <a:pt x="233272" y="598392"/>
                  <a:pt x="222706" y="594042"/>
                </a:cubicBezTo>
                <a:cubicBezTo>
                  <a:pt x="213029" y="590017"/>
                  <a:pt x="196988" y="589780"/>
                  <a:pt x="181450" y="589543"/>
                </a:cubicBezTo>
                <a:cubicBezTo>
                  <a:pt x="152565" y="589099"/>
                  <a:pt x="119832" y="588626"/>
                  <a:pt x="97073" y="565867"/>
                </a:cubicBezTo>
                <a:cubicBezTo>
                  <a:pt x="74314" y="543108"/>
                  <a:pt x="73841" y="510375"/>
                  <a:pt x="73397" y="481490"/>
                </a:cubicBezTo>
                <a:cubicBezTo>
                  <a:pt x="73160" y="465952"/>
                  <a:pt x="72923" y="449911"/>
                  <a:pt x="68898" y="440234"/>
                </a:cubicBezTo>
                <a:cubicBezTo>
                  <a:pt x="64548" y="429668"/>
                  <a:pt x="53006" y="417652"/>
                  <a:pt x="41848" y="405992"/>
                </a:cubicBezTo>
                <a:cubicBezTo>
                  <a:pt x="22226" y="385541"/>
                  <a:pt x="0" y="362368"/>
                  <a:pt x="0" y="331470"/>
                </a:cubicBezTo>
                <a:cubicBezTo>
                  <a:pt x="0" y="300572"/>
                  <a:pt x="22226" y="277399"/>
                  <a:pt x="41848" y="256948"/>
                </a:cubicBezTo>
                <a:cubicBezTo>
                  <a:pt x="53006" y="245288"/>
                  <a:pt x="64548" y="233272"/>
                  <a:pt x="68898" y="222706"/>
                </a:cubicBezTo>
                <a:cubicBezTo>
                  <a:pt x="72923" y="213029"/>
                  <a:pt x="73160" y="196988"/>
                  <a:pt x="73397" y="181450"/>
                </a:cubicBezTo>
                <a:cubicBezTo>
                  <a:pt x="73841" y="152565"/>
                  <a:pt x="74314" y="119832"/>
                  <a:pt x="97073" y="97073"/>
                </a:cubicBezTo>
                <a:cubicBezTo>
                  <a:pt x="119832" y="74314"/>
                  <a:pt x="152565" y="73841"/>
                  <a:pt x="181450" y="73397"/>
                </a:cubicBezTo>
                <a:cubicBezTo>
                  <a:pt x="196988" y="73160"/>
                  <a:pt x="213029" y="72923"/>
                  <a:pt x="222706" y="68898"/>
                </a:cubicBezTo>
                <a:cubicBezTo>
                  <a:pt x="233272" y="64548"/>
                  <a:pt x="245288" y="53006"/>
                  <a:pt x="256948" y="41848"/>
                </a:cubicBezTo>
                <a:cubicBezTo>
                  <a:pt x="277399" y="22226"/>
                  <a:pt x="300572" y="0"/>
                  <a:pt x="331470" y="0"/>
                </a:cubicBezTo>
                <a:cubicBezTo>
                  <a:pt x="362368" y="0"/>
                  <a:pt x="385541" y="22226"/>
                  <a:pt x="405992" y="41848"/>
                </a:cubicBezTo>
                <a:cubicBezTo>
                  <a:pt x="417652" y="53006"/>
                  <a:pt x="429668" y="64548"/>
                  <a:pt x="440234" y="68898"/>
                </a:cubicBezTo>
                <a:cubicBezTo>
                  <a:pt x="449911" y="72923"/>
                  <a:pt x="465952" y="73160"/>
                  <a:pt x="481490" y="73397"/>
                </a:cubicBezTo>
                <a:cubicBezTo>
                  <a:pt x="510375" y="73841"/>
                  <a:pt x="543108" y="74314"/>
                  <a:pt x="565867" y="97073"/>
                </a:cubicBezTo>
                <a:cubicBezTo>
                  <a:pt x="588626" y="119832"/>
                  <a:pt x="589099" y="152565"/>
                  <a:pt x="589543" y="181450"/>
                </a:cubicBezTo>
                <a:cubicBezTo>
                  <a:pt x="589780" y="196988"/>
                  <a:pt x="590017" y="213029"/>
                  <a:pt x="594042" y="222706"/>
                </a:cubicBezTo>
                <a:cubicBezTo>
                  <a:pt x="598392" y="233272"/>
                  <a:pt x="609934" y="245288"/>
                  <a:pt x="621092" y="256948"/>
                </a:cubicBezTo>
                <a:cubicBezTo>
                  <a:pt x="640714" y="277399"/>
                  <a:pt x="662940" y="300572"/>
                  <a:pt x="662940" y="33147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5424" y="1749019"/>
            <a:ext cx="411022" cy="411022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9465" y="23408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0.72 x 0.72 in
too small for this text at 9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685800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chat (Phosphor)</a:t>
            </a:r>
          </a:p>
        </p:txBody>
      </p:sp>
      <p:sp>
        <p:nvSpPr>
          <p:cNvPr id="15" name="icon 1.0"/>
          <p:cNvSpPr/>
          <p:nvPr/>
        </p:nvSpPr>
        <p:spPr>
          <a:xfrm>
            <a:off x="6108192" y="960120"/>
            <a:ext cx="1325986" cy="1325880"/>
          </a:xfrm>
          <a:custGeom>
            <a:avLst/>
            <a:gdLst>
              <a:gd name="txL" fmla="*/ w 17000 100000"/>
              <a:gd name="txT" fmla="*/ h 20501 100000"/>
              <a:gd name="txR" fmla="*/ w 79500 100000"/>
              <a:gd name="txB" fmla="*/ h 82507 100000"/>
            </a:gdLst>
            <a:ahLst/>
            <a:cxnLst/>
            <a:rect l="txL" t="txT" r="txR" b="txB"/>
            <a:pathLst>
              <a:path w="1325986" h="1325880">
                <a:moveTo>
                  <a:pt x="1325986" y="662746"/>
                </a:moveTo>
                <a:cubicBezTo>
                  <a:pt x="1326037" y="895577"/>
                  <a:pt x="1203951" y="1111370"/>
                  <a:pt x="1004354" y="1231248"/>
                </a:cubicBezTo>
                <a:cubicBezTo>
                  <a:pt x="804756" y="1351127"/>
                  <a:pt x="556904" y="1357519"/>
                  <a:pt x="351393" y="1248089"/>
                </a:cubicBezTo>
                <a:lnTo>
                  <a:pt x="134328" y="1320444"/>
                </a:lnTo>
                <a:cubicBezTo>
                  <a:pt x="97673" y="1332668"/>
                  <a:pt x="57258" y="1323130"/>
                  <a:pt x="29936" y="1295808"/>
                </a:cubicBezTo>
                <a:cubicBezTo>
                  <a:pt x="2614" y="1268486"/>
                  <a:pt x="-6924" y="1228071"/>
                  <a:pt x="5300" y="1191416"/>
                </a:cubicBezTo>
                <a:lnTo>
                  <a:pt x="77655" y="974351"/>
                </a:lnTo>
                <a:cubicBezTo>
                  <a:pt x="-51892" y="730787"/>
                  <a:pt x="-17076" y="432456"/>
                  <a:pt x="165074" y="225267"/>
                </a:cubicBezTo>
                <a:cubicBezTo>
                  <a:pt x="347224" y="18079"/>
                  <a:pt x="638638" y="-54663"/>
                  <a:pt x="896789" y="42619"/>
                </a:cubicBezTo>
                <a:cubicBezTo>
                  <a:pt x="1154940" y="139901"/>
                  <a:pt x="1325873" y="386874"/>
                  <a:pt x="1325986" y="66274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3606" y="1231943"/>
            <a:ext cx="828749" cy="822119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340864"/>
            <a:ext cx="132598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1.45 x 1.45 in
20 chars, 3 words at 14 pt</a:t>
            </a:r>
          </a:p>
        </p:txBody>
      </p:sp>
      <p:sp>
        <p:nvSpPr>
          <p:cNvPr id="18" name="icon 0.72"/>
          <p:cNvSpPr/>
          <p:nvPr/>
        </p:nvSpPr>
        <p:spPr>
          <a:xfrm>
            <a:off x="7662778" y="1331367"/>
            <a:ext cx="954710" cy="954633"/>
          </a:xfrm>
          <a:custGeom>
            <a:avLst/>
            <a:gdLst>
              <a:gd name="txL" fmla="*/ w 17000 100000"/>
              <a:gd name="txT" fmla="*/ h 20501 100000"/>
              <a:gd name="txR" fmla="*/ w 79500 100000"/>
              <a:gd name="txB" fmla="*/ h 82507 100000"/>
            </a:gdLst>
            <a:ahLst/>
            <a:cxnLst/>
            <a:rect l="txL" t="txT" r="txR" b="txB"/>
            <a:pathLst>
              <a:path w="954710" h="954633">
                <a:moveTo>
                  <a:pt x="954710" y="477177"/>
                </a:moveTo>
                <a:cubicBezTo>
                  <a:pt x="954747" y="644815"/>
                  <a:pt x="866845" y="800186"/>
                  <a:pt x="723135" y="886498"/>
                </a:cubicBezTo>
                <a:cubicBezTo>
                  <a:pt x="579425" y="972811"/>
                  <a:pt x="400971" y="977413"/>
                  <a:pt x="253003" y="898623"/>
                </a:cubicBezTo>
                <a:lnTo>
                  <a:pt x="96716" y="950719"/>
                </a:lnTo>
                <a:cubicBezTo>
                  <a:pt x="70325" y="959520"/>
                  <a:pt x="41226" y="952653"/>
                  <a:pt x="21554" y="932981"/>
                </a:cubicBezTo>
                <a:cubicBezTo>
                  <a:pt x="1882" y="913309"/>
                  <a:pt x="-4985" y="884210"/>
                  <a:pt x="3816" y="857819"/>
                </a:cubicBezTo>
                <a:lnTo>
                  <a:pt x="55912" y="701532"/>
                </a:lnTo>
                <a:cubicBezTo>
                  <a:pt x="-37362" y="526167"/>
                  <a:pt x="-12295" y="311368"/>
                  <a:pt x="118853" y="162192"/>
                </a:cubicBezTo>
                <a:cubicBezTo>
                  <a:pt x="250001" y="13017"/>
                  <a:pt x="459819" y="-39357"/>
                  <a:pt x="645688" y="30686"/>
                </a:cubicBezTo>
                <a:cubicBezTo>
                  <a:pt x="831557" y="100728"/>
                  <a:pt x="954629" y="278549"/>
                  <a:pt x="954710" y="4771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25076" y="1527080"/>
            <a:ext cx="596699" cy="591925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 steady…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778" y="2340864"/>
            <a:ext cx="95471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1.04 x 1.04 in
20 chars, 3 words at 11 pt</a:t>
            </a:r>
          </a:p>
        </p:txBody>
      </p:sp>
      <p:sp>
        <p:nvSpPr>
          <p:cNvPr id="21" name="icon 0.5"/>
          <p:cNvSpPr/>
          <p:nvPr/>
        </p:nvSpPr>
        <p:spPr>
          <a:xfrm>
            <a:off x="8846088" y="1623060"/>
            <a:ext cx="662993" cy="662940"/>
          </a:xfrm>
          <a:custGeom>
            <a:avLst/>
            <a:gdLst>
              <a:gd name="txL" fmla="*/ w 17000 100000"/>
              <a:gd name="txT" fmla="*/ h 20501 100000"/>
              <a:gd name="txR" fmla="*/ w 79500 100000"/>
              <a:gd name="txB" fmla="*/ h 82507 100000"/>
            </a:gdLst>
            <a:ahLst/>
            <a:cxnLst/>
            <a:rect l="txL" t="txT" r="txR" b="txB"/>
            <a:pathLst>
              <a:path w="662993" h="662940">
                <a:moveTo>
                  <a:pt x="662993" y="331373"/>
                </a:moveTo>
                <a:cubicBezTo>
                  <a:pt x="663018" y="447788"/>
                  <a:pt x="601976" y="555685"/>
                  <a:pt x="502177" y="615624"/>
                </a:cubicBezTo>
                <a:cubicBezTo>
                  <a:pt x="402378" y="675563"/>
                  <a:pt x="278452" y="678760"/>
                  <a:pt x="175696" y="624044"/>
                </a:cubicBezTo>
                <a:lnTo>
                  <a:pt x="67164" y="660222"/>
                </a:lnTo>
                <a:cubicBezTo>
                  <a:pt x="48837" y="666334"/>
                  <a:pt x="28629" y="661565"/>
                  <a:pt x="14968" y="647904"/>
                </a:cubicBezTo>
                <a:cubicBezTo>
                  <a:pt x="1307" y="634243"/>
                  <a:pt x="-3462" y="614035"/>
                  <a:pt x="2650" y="595708"/>
                </a:cubicBezTo>
                <a:lnTo>
                  <a:pt x="38828" y="487176"/>
                </a:lnTo>
                <a:cubicBezTo>
                  <a:pt x="-25946" y="365394"/>
                  <a:pt x="-8538" y="216228"/>
                  <a:pt x="82537" y="112634"/>
                </a:cubicBezTo>
                <a:cubicBezTo>
                  <a:pt x="173612" y="9040"/>
                  <a:pt x="319319" y="-27331"/>
                  <a:pt x="448395" y="21309"/>
                </a:cubicBezTo>
                <a:cubicBezTo>
                  <a:pt x="577470" y="69950"/>
                  <a:pt x="662936" y="193437"/>
                  <a:pt x="662993" y="33137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8795" y="1758972"/>
            <a:ext cx="414374" cy="411059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6088" y="23408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0.73 x 0.72 in
too small for this text at 9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bookmark (Tabler)</a:t>
            </a:r>
          </a:p>
        </p:txBody>
      </p:sp>
      <p:sp>
        <p:nvSpPr>
          <p:cNvPr id="25" name="icon 1.0"/>
          <p:cNvSpPr/>
          <p:nvPr/>
        </p:nvSpPr>
        <p:spPr>
          <a:xfrm>
            <a:off x="301752" y="2990088"/>
            <a:ext cx="928072" cy="1325880"/>
          </a:xfrm>
          <a:custGeom>
            <a:avLst/>
            <a:gdLst>
              <a:gd name="txL" fmla="*/ w 6857 100000"/>
              <a:gd name="txT" fmla="*/ h 18300 100000"/>
              <a:gd name="txR" fmla="*/ w 93147 100000"/>
              <a:gd name="txB" fmla="*/ h 78200 100000"/>
            </a:gdLst>
            <a:ahLst/>
            <a:cxnLst/>
            <a:rect l="txL" t="txT" r="txR" b="txB"/>
            <a:pathLst>
              <a:path w="928072" h="1325880">
                <a:moveTo>
                  <a:pt x="596618" y="0"/>
                </a:moveTo>
                <a:cubicBezTo>
                  <a:pt x="779675" y="0"/>
                  <a:pt x="928072" y="148397"/>
                  <a:pt x="928072" y="331454"/>
                </a:cubicBezTo>
                <a:lnTo>
                  <a:pt x="928072" y="1259526"/>
                </a:lnTo>
                <a:cubicBezTo>
                  <a:pt x="928076" y="1283980"/>
                  <a:pt x="914616" y="1306450"/>
                  <a:pt x="893055" y="1317987"/>
                </a:cubicBezTo>
                <a:cubicBezTo>
                  <a:pt x="871493" y="1329523"/>
                  <a:pt x="845332" y="1328252"/>
                  <a:pt x="824990" y="1314680"/>
                </a:cubicBezTo>
                <a:lnTo>
                  <a:pt x="464036" y="1074045"/>
                </a:lnTo>
                <a:lnTo>
                  <a:pt x="103149" y="1314680"/>
                </a:lnTo>
                <a:cubicBezTo>
                  <a:pt x="83909" y="1327556"/>
                  <a:pt x="59347" y="1329463"/>
                  <a:pt x="38351" y="1319710"/>
                </a:cubicBezTo>
                <a:cubicBezTo>
                  <a:pt x="17356" y="1309957"/>
                  <a:pt x="2969" y="1289958"/>
                  <a:pt x="398" y="1266951"/>
                </a:cubicBezTo>
                <a:lnTo>
                  <a:pt x="0" y="1259526"/>
                </a:lnTo>
                <a:lnTo>
                  <a:pt x="0" y="331454"/>
                </a:lnTo>
                <a:cubicBezTo>
                  <a:pt x="0" y="148397"/>
                  <a:pt x="148397" y="0"/>
                  <a:pt x="331454" y="0"/>
                </a:cubicBezTo>
                <a:lnTo>
                  <a:pt x="59661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393" y="3232723"/>
            <a:ext cx="800834" cy="794204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" y="4370832"/>
            <a:ext cx="9280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1.01 x 1.45 in
20 chars, 3 words at 14 pt</a:t>
            </a:r>
          </a:p>
        </p:txBody>
      </p:sp>
      <p:sp>
        <p:nvSpPr>
          <p:cNvPr id="28" name="icon 0.72"/>
          <p:cNvSpPr/>
          <p:nvPr/>
        </p:nvSpPr>
        <p:spPr>
          <a:xfrm>
            <a:off x="1458424" y="3361335"/>
            <a:ext cx="668211" cy="954633"/>
          </a:xfrm>
          <a:custGeom>
            <a:avLst/>
            <a:gdLst>
              <a:gd name="txL" fmla="*/ w 6857 100000"/>
              <a:gd name="txT" fmla="*/ h 18300 100000"/>
              <a:gd name="txR" fmla="*/ w 93148 100000"/>
              <a:gd name="txB" fmla="*/ h 78200 100000"/>
            </a:gdLst>
            <a:ahLst/>
            <a:cxnLst/>
            <a:rect l="txL" t="txT" r="txR" b="txB"/>
            <a:pathLst>
              <a:path w="668211" h="954633">
                <a:moveTo>
                  <a:pt x="429564" y="0"/>
                </a:moveTo>
                <a:cubicBezTo>
                  <a:pt x="561365" y="0"/>
                  <a:pt x="668211" y="106846"/>
                  <a:pt x="668211" y="238647"/>
                </a:cubicBezTo>
                <a:lnTo>
                  <a:pt x="668211" y="906858"/>
                </a:lnTo>
                <a:cubicBezTo>
                  <a:pt x="668214" y="924465"/>
                  <a:pt x="658523" y="940644"/>
                  <a:pt x="642999" y="948950"/>
                </a:cubicBezTo>
                <a:cubicBezTo>
                  <a:pt x="627474" y="957256"/>
                  <a:pt x="608638" y="956341"/>
                  <a:pt x="593992" y="946569"/>
                </a:cubicBezTo>
                <a:lnTo>
                  <a:pt x="334105" y="773312"/>
                </a:lnTo>
                <a:lnTo>
                  <a:pt x="74267" y="946569"/>
                </a:lnTo>
                <a:cubicBezTo>
                  <a:pt x="60415" y="955840"/>
                  <a:pt x="42730" y="957213"/>
                  <a:pt x="27613" y="950191"/>
                </a:cubicBezTo>
                <a:cubicBezTo>
                  <a:pt x="12496" y="943169"/>
                  <a:pt x="2138" y="928769"/>
                  <a:pt x="286" y="912204"/>
                </a:cubicBezTo>
                <a:lnTo>
                  <a:pt x="0" y="906858"/>
                </a:lnTo>
                <a:lnTo>
                  <a:pt x="0" y="238647"/>
                </a:lnTo>
                <a:cubicBezTo>
                  <a:pt x="0" y="106846"/>
                  <a:pt x="106846" y="0"/>
                  <a:pt x="238647" y="0"/>
                </a:cubicBezTo>
                <a:lnTo>
                  <a:pt x="42956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04246" y="3536032"/>
            <a:ext cx="576600" cy="571827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58424" y="437083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0.73 x 1.04 in
17 chars, 3 words at 11 pt</a:t>
            </a:r>
          </a:p>
        </p:txBody>
      </p:sp>
      <p:sp>
        <p:nvSpPr>
          <p:cNvPr id="31" name="icon 0.5"/>
          <p:cNvSpPr/>
          <p:nvPr/>
        </p:nvSpPr>
        <p:spPr>
          <a:xfrm>
            <a:off x="2555704" y="3653028"/>
            <a:ext cx="464036" cy="662940"/>
          </a:xfrm>
          <a:custGeom>
            <a:avLst/>
            <a:gdLst>
              <a:gd name="txL" fmla="*/ w 6857 100000"/>
              <a:gd name="txT" fmla="*/ h 18300 100000"/>
              <a:gd name="txR" fmla="*/ w 93147 100000"/>
              <a:gd name="txB" fmla="*/ h 78200 100000"/>
            </a:gdLst>
            <a:ahLst/>
            <a:cxnLst/>
            <a:rect l="txL" t="txT" r="txR" b="txB"/>
            <a:pathLst>
              <a:path w="464036" h="662940">
                <a:moveTo>
                  <a:pt x="298309" y="0"/>
                </a:moveTo>
                <a:cubicBezTo>
                  <a:pt x="389837" y="0"/>
                  <a:pt x="464036" y="74199"/>
                  <a:pt x="464036" y="165727"/>
                </a:cubicBezTo>
                <a:lnTo>
                  <a:pt x="464036" y="629763"/>
                </a:lnTo>
                <a:cubicBezTo>
                  <a:pt x="464038" y="641990"/>
                  <a:pt x="457308" y="653225"/>
                  <a:pt x="446527" y="658993"/>
                </a:cubicBezTo>
                <a:cubicBezTo>
                  <a:pt x="435747" y="664762"/>
                  <a:pt x="422666" y="664126"/>
                  <a:pt x="412495" y="657340"/>
                </a:cubicBezTo>
                <a:lnTo>
                  <a:pt x="232018" y="537022"/>
                </a:lnTo>
                <a:lnTo>
                  <a:pt x="51574" y="657340"/>
                </a:lnTo>
                <a:cubicBezTo>
                  <a:pt x="41955" y="663778"/>
                  <a:pt x="29673" y="664731"/>
                  <a:pt x="19176" y="659855"/>
                </a:cubicBezTo>
                <a:cubicBezTo>
                  <a:pt x="8678" y="654979"/>
                  <a:pt x="1484" y="644979"/>
                  <a:pt x="199" y="633476"/>
                </a:cubicBezTo>
                <a:lnTo>
                  <a:pt x="0" y="629763"/>
                </a:lnTo>
                <a:lnTo>
                  <a:pt x="0" y="165727"/>
                </a:lnTo>
                <a:cubicBezTo>
                  <a:pt x="0" y="74199"/>
                  <a:pt x="74199" y="0"/>
                  <a:pt x="165727" y="0"/>
                </a:cubicBezTo>
                <a:lnTo>
                  <a:pt x="29830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87525" y="3774346"/>
            <a:ext cx="400416" cy="397101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55704" y="437083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0.51 x 0.72 in
too small for this text at 9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7157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>
                <a:solidFill>
                  <a:schemeClr val="tx1"/>
                </a:solidFill>
              </a:rPr>
              <a:t>icon: shield (Tabler)</a:t>
            </a:r>
          </a:p>
        </p:txBody>
      </p:sp>
      <p:sp>
        <p:nvSpPr>
          <p:cNvPr id="35" name="icon 1.0"/>
          <p:cNvSpPr/>
          <p:nvPr/>
        </p:nvSpPr>
        <p:spPr>
          <a:xfrm>
            <a:off x="6108192" y="2990088"/>
            <a:ext cx="1324188" cy="1325880"/>
          </a:xfrm>
          <a:custGeom>
            <a:avLst/>
            <a:gdLst>
              <a:gd name="txL" fmla="*/ w 16015 100000"/>
              <a:gd name="txT" fmla="*/ h 19495 100000"/>
              <a:gd name="txR" fmla="*/ w 83612 100000"/>
              <a:gd name="txB" fmla="*/ h 70505 100000"/>
            </a:gdLst>
            <a:ahLst/>
            <a:cxnLst/>
            <a:rect l="txL" t="txT" r="txR" b="txB"/>
            <a:pathLst>
              <a:path w="1324188" h="1325880">
                <a:moveTo>
                  <a:pt x="654435" y="464"/>
                </a:moveTo>
                <a:lnTo>
                  <a:pt x="661992" y="0"/>
                </a:lnTo>
                <a:lnTo>
                  <a:pt x="669815" y="464"/>
                </a:lnTo>
                <a:lnTo>
                  <a:pt x="673726" y="994"/>
                </a:lnTo>
                <a:lnTo>
                  <a:pt x="677770" y="1856"/>
                </a:lnTo>
                <a:lnTo>
                  <a:pt x="685129" y="4110"/>
                </a:lnTo>
                <a:cubicBezTo>
                  <a:pt x="690211" y="5984"/>
                  <a:pt x="695043" y="8478"/>
                  <a:pt x="699515" y="11535"/>
                </a:cubicBezTo>
                <a:lnTo>
                  <a:pt x="706409" y="16971"/>
                </a:lnTo>
                <a:lnTo>
                  <a:pt x="723314" y="31423"/>
                </a:lnTo>
                <a:cubicBezTo>
                  <a:pt x="857050" y="142503"/>
                  <a:pt x="1026069" y="202150"/>
                  <a:pt x="1199901" y="199611"/>
                </a:cubicBezTo>
                <a:lnTo>
                  <a:pt x="1222574" y="198948"/>
                </a:lnTo>
                <a:cubicBezTo>
                  <a:pt x="1253079" y="197556"/>
                  <a:pt x="1280589" y="217183"/>
                  <a:pt x="1289199" y="246481"/>
                </a:cubicBezTo>
                <a:cubicBezTo>
                  <a:pt x="1355017" y="470374"/>
                  <a:pt x="1327225" y="711388"/>
                  <a:pt x="1212175" y="914424"/>
                </a:cubicBezTo>
                <a:cubicBezTo>
                  <a:pt x="1097125" y="1117461"/>
                  <a:pt x="904655" y="1265160"/>
                  <a:pt x="678765" y="1323758"/>
                </a:cubicBezTo>
                <a:cubicBezTo>
                  <a:pt x="667852" y="1326587"/>
                  <a:pt x="656398" y="1326587"/>
                  <a:pt x="645485" y="1323758"/>
                </a:cubicBezTo>
                <a:cubicBezTo>
                  <a:pt x="419582" y="1265175"/>
                  <a:pt x="227096" y="1117481"/>
                  <a:pt x="112033" y="914443"/>
                </a:cubicBezTo>
                <a:cubicBezTo>
                  <a:pt x="-3030" y="711405"/>
                  <a:pt x="-30832" y="470383"/>
                  <a:pt x="34984" y="246481"/>
                </a:cubicBezTo>
                <a:cubicBezTo>
                  <a:pt x="43595" y="217183"/>
                  <a:pt x="71104" y="197556"/>
                  <a:pt x="101610" y="198948"/>
                </a:cubicBezTo>
                <a:cubicBezTo>
                  <a:pt x="283087" y="207244"/>
                  <a:pt x="461126" y="147503"/>
                  <a:pt x="600869" y="31423"/>
                </a:cubicBezTo>
                <a:lnTo>
                  <a:pt x="618305" y="16507"/>
                </a:lnTo>
                <a:lnTo>
                  <a:pt x="624669" y="11535"/>
                </a:lnTo>
                <a:cubicBezTo>
                  <a:pt x="629140" y="8478"/>
                  <a:pt x="633972" y="5984"/>
                  <a:pt x="639055" y="4110"/>
                </a:cubicBezTo>
                <a:lnTo>
                  <a:pt x="646479" y="1856"/>
                </a:lnTo>
                <a:cubicBezTo>
                  <a:pt x="649078" y="1229"/>
                  <a:pt x="651712" y="764"/>
                  <a:pt x="654368" y="46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0266" y="3248567"/>
            <a:ext cx="895103" cy="676334"/>
          </a:xfrm>
          <a:prstGeom prst="rect">
            <a:avLst/>
          </a:prstGeom>
          <a:noFill/>
          <a:ln w="9525">
            <a:solidFill>
              <a:schemeClr val="accent4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chemeClr val="bg1"/>
                </a:solidFill>
              </a:rPr>
              <a:t>Orders held steady…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370832"/>
            <a:ext cx="132418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1.45 x 1.45 in
22 chars, 3 words at 14 pt</a:t>
            </a:r>
          </a:p>
        </p:txBody>
      </p:sp>
      <p:sp>
        <p:nvSpPr>
          <p:cNvPr id="38" name="icon 0.72"/>
          <p:cNvSpPr/>
          <p:nvPr/>
        </p:nvSpPr>
        <p:spPr>
          <a:xfrm>
            <a:off x="7660980" y="3361335"/>
            <a:ext cx="953415" cy="954633"/>
          </a:xfrm>
          <a:custGeom>
            <a:avLst/>
            <a:gdLst>
              <a:gd name="txL" fmla="*/ w 16015 100000"/>
              <a:gd name="txT" fmla="*/ h 19495 100000"/>
              <a:gd name="txR" fmla="*/ w 83612 100000"/>
              <a:gd name="txB" fmla="*/ h 70505 100000"/>
            </a:gdLst>
            <a:ahLst/>
            <a:cxnLst/>
            <a:rect l="txL" t="txT" r="txR" b="txB"/>
            <a:pathLst>
              <a:path w="953415" h="954633">
                <a:moveTo>
                  <a:pt x="471193" y="334"/>
                </a:moveTo>
                <a:lnTo>
                  <a:pt x="476634" y="0"/>
                </a:lnTo>
                <a:lnTo>
                  <a:pt x="482267" y="334"/>
                </a:lnTo>
                <a:lnTo>
                  <a:pt x="485083" y="716"/>
                </a:lnTo>
                <a:lnTo>
                  <a:pt x="487994" y="1336"/>
                </a:lnTo>
                <a:lnTo>
                  <a:pt x="493293" y="2959"/>
                </a:lnTo>
                <a:cubicBezTo>
                  <a:pt x="496952" y="4308"/>
                  <a:pt x="500431" y="6104"/>
                  <a:pt x="503650" y="8305"/>
                </a:cubicBezTo>
                <a:lnTo>
                  <a:pt x="508614" y="12219"/>
                </a:lnTo>
                <a:lnTo>
                  <a:pt x="520786" y="22625"/>
                </a:lnTo>
                <a:cubicBezTo>
                  <a:pt x="617075" y="102602"/>
                  <a:pt x="738770" y="145548"/>
                  <a:pt x="863928" y="143720"/>
                </a:cubicBezTo>
                <a:lnTo>
                  <a:pt x="880253" y="143243"/>
                </a:lnTo>
                <a:cubicBezTo>
                  <a:pt x="902217" y="142241"/>
                  <a:pt x="922024" y="156372"/>
                  <a:pt x="928223" y="177466"/>
                </a:cubicBezTo>
                <a:cubicBezTo>
                  <a:pt x="975612" y="338669"/>
                  <a:pt x="955601" y="512199"/>
                  <a:pt x="872766" y="658385"/>
                </a:cubicBezTo>
                <a:cubicBezTo>
                  <a:pt x="789930" y="804571"/>
                  <a:pt x="651351" y="910915"/>
                  <a:pt x="488710" y="953105"/>
                </a:cubicBezTo>
                <a:cubicBezTo>
                  <a:pt x="480853" y="955142"/>
                  <a:pt x="472606" y="955142"/>
                  <a:pt x="464749" y="953105"/>
                </a:cubicBezTo>
                <a:cubicBezTo>
                  <a:pt x="302099" y="910925"/>
                  <a:pt x="163509" y="804586"/>
                  <a:pt x="80664" y="658399"/>
                </a:cubicBezTo>
                <a:cubicBezTo>
                  <a:pt x="-2182" y="512211"/>
                  <a:pt x="-22199" y="338676"/>
                  <a:pt x="25189" y="177466"/>
                </a:cubicBezTo>
                <a:cubicBezTo>
                  <a:pt x="31388" y="156372"/>
                  <a:pt x="51195" y="142241"/>
                  <a:pt x="73159" y="143243"/>
                </a:cubicBezTo>
                <a:cubicBezTo>
                  <a:pt x="203822" y="149215"/>
                  <a:pt x="332010" y="106202"/>
                  <a:pt x="432626" y="22625"/>
                </a:cubicBezTo>
                <a:lnTo>
                  <a:pt x="445179" y="11885"/>
                </a:lnTo>
                <a:lnTo>
                  <a:pt x="449761" y="8305"/>
                </a:lnTo>
                <a:cubicBezTo>
                  <a:pt x="452981" y="6104"/>
                  <a:pt x="456460" y="4308"/>
                  <a:pt x="460119" y="2959"/>
                </a:cubicBezTo>
                <a:lnTo>
                  <a:pt x="465465" y="1336"/>
                </a:lnTo>
                <a:cubicBezTo>
                  <a:pt x="467336" y="885"/>
                  <a:pt x="469233" y="550"/>
                  <a:pt x="471145" y="33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13673" y="3547440"/>
            <a:ext cx="644474" cy="486959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0980" y="4370832"/>
            <a:ext cx="953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1.04 x 1.04 in
13 chars, 2 words at 11 pt</a:t>
            </a:r>
          </a:p>
        </p:txBody>
      </p:sp>
      <p:sp>
        <p:nvSpPr>
          <p:cNvPr id="41" name="icon 0.5"/>
          <p:cNvSpPr/>
          <p:nvPr/>
        </p:nvSpPr>
        <p:spPr>
          <a:xfrm>
            <a:off x="8842995" y="3653028"/>
            <a:ext cx="662094" cy="662940"/>
          </a:xfrm>
          <a:custGeom>
            <a:avLst/>
            <a:gdLst>
              <a:gd name="txL" fmla="*/ w 16015 100000"/>
              <a:gd name="txT" fmla="*/ h 19495 100000"/>
              <a:gd name="txR" fmla="*/ w 83612 100000"/>
              <a:gd name="txB" fmla="*/ h 70505 100000"/>
            </a:gdLst>
            <a:ahLst/>
            <a:cxnLst/>
            <a:rect l="txL" t="txT" r="txR" b="txB"/>
            <a:pathLst>
              <a:path w="662094" h="662940">
                <a:moveTo>
                  <a:pt x="327217" y="232"/>
                </a:moveTo>
                <a:lnTo>
                  <a:pt x="330996" y="0"/>
                </a:lnTo>
                <a:lnTo>
                  <a:pt x="334907" y="232"/>
                </a:lnTo>
                <a:lnTo>
                  <a:pt x="336863" y="497"/>
                </a:lnTo>
                <a:lnTo>
                  <a:pt x="338885" y="928"/>
                </a:lnTo>
                <a:lnTo>
                  <a:pt x="342564" y="2055"/>
                </a:lnTo>
                <a:cubicBezTo>
                  <a:pt x="345106" y="2992"/>
                  <a:pt x="347522" y="4239"/>
                  <a:pt x="349757" y="5768"/>
                </a:cubicBezTo>
                <a:lnTo>
                  <a:pt x="353205" y="8486"/>
                </a:lnTo>
                <a:lnTo>
                  <a:pt x="361657" y="15712"/>
                </a:lnTo>
                <a:cubicBezTo>
                  <a:pt x="428525" y="71252"/>
                  <a:pt x="513035" y="101075"/>
                  <a:pt x="599951" y="99806"/>
                </a:cubicBezTo>
                <a:lnTo>
                  <a:pt x="611287" y="99474"/>
                </a:lnTo>
                <a:cubicBezTo>
                  <a:pt x="626539" y="98778"/>
                  <a:pt x="640294" y="108591"/>
                  <a:pt x="644599" y="123240"/>
                </a:cubicBezTo>
                <a:cubicBezTo>
                  <a:pt x="677509" y="235187"/>
                  <a:pt x="663612" y="355694"/>
                  <a:pt x="606088" y="457212"/>
                </a:cubicBezTo>
                <a:cubicBezTo>
                  <a:pt x="548563" y="558730"/>
                  <a:pt x="452327" y="632580"/>
                  <a:pt x="339382" y="661879"/>
                </a:cubicBezTo>
                <a:cubicBezTo>
                  <a:pt x="333926" y="663294"/>
                  <a:pt x="328199" y="663294"/>
                  <a:pt x="322743" y="661879"/>
                </a:cubicBezTo>
                <a:cubicBezTo>
                  <a:pt x="209791" y="632587"/>
                  <a:pt x="113548" y="558741"/>
                  <a:pt x="56016" y="457222"/>
                </a:cubicBezTo>
                <a:cubicBezTo>
                  <a:pt x="-1515" y="355703"/>
                  <a:pt x="-15416" y="235192"/>
                  <a:pt x="17492" y="123240"/>
                </a:cubicBezTo>
                <a:cubicBezTo>
                  <a:pt x="21797" y="108591"/>
                  <a:pt x="35552" y="98778"/>
                  <a:pt x="50805" y="99474"/>
                </a:cubicBezTo>
                <a:cubicBezTo>
                  <a:pt x="141543" y="103622"/>
                  <a:pt x="230563" y="73752"/>
                  <a:pt x="300435" y="15712"/>
                </a:cubicBezTo>
                <a:lnTo>
                  <a:pt x="309152" y="8254"/>
                </a:lnTo>
                <a:lnTo>
                  <a:pt x="312334" y="5768"/>
                </a:lnTo>
                <a:cubicBezTo>
                  <a:pt x="314570" y="4239"/>
                  <a:pt x="316986" y="2992"/>
                  <a:pt x="319527" y="2055"/>
                </a:cubicBezTo>
                <a:lnTo>
                  <a:pt x="323240" y="928"/>
                </a:lnTo>
                <a:cubicBezTo>
                  <a:pt x="324539" y="614"/>
                  <a:pt x="325856" y="382"/>
                  <a:pt x="327184" y="232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49032" y="3782268"/>
            <a:ext cx="447551" cy="338166"/>
          </a:xfrm>
          <a:prstGeom prst="rect">
            <a:avLst/>
          </a:prstGeom>
          <a:noFill/>
          <a:ln w="9525">
            <a:solidFill>
              <a:schemeClr val="accent2"/>
            </a:solidFill>
            <a:prstDash val="dash"/>
          </a:ln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>
                <a:solidFill>
                  <a:schemeClr val="tx1"/>
                </a:solidFill>
              </a:rPr>
              <a:t>Orders held…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2995" y="437083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00" b="0">
                <a:solidFill>
                  <a:schemeClr val="accent3"/>
                </a:solidFill>
              </a:rPr>
              <a:t>0.72 x 0.72 in
11 chars, 2 words at 9 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utral ramp">
      <a:dk1>
        <a:srgbClr val="111111"/>
      </a:dk1>
      <a:lt1>
        <a:srgbClr val="FFFFFF"/>
      </a:lt1>
      <a:dk2>
        <a:srgbClr val="404040"/>
      </a:dk2>
      <a:lt2>
        <a:srgbClr val="F2F2F2"/>
      </a:lt2>
      <a:accent1>
        <a:srgbClr val="1F1F1F"/>
      </a:accent1>
      <a:accent2>
        <a:srgbClr val="595959"/>
      </a:accent2>
      <a:accent3>
        <a:srgbClr val="8C8C8C"/>
      </a:accent3>
      <a:accent4>
        <a:srgbClr val="B3B3B3"/>
      </a:accent4>
      <a:accent5>
        <a:srgbClr val="D0D0D0"/>
      </a:accent5>
      <a:accent6>
        <a:srgbClr val="E6E6E6"/>
      </a:accent6>
      <a:hlink>
        <a:srgbClr val="40404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